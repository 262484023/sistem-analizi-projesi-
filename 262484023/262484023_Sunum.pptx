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8288000" cy="10287000"/>
  <p:notesSz cx="6858000" cy="9144000"/>
  <p:embeddedFontLst>
    <p:embeddedFont>
      <p:font typeface="Aileron Bold" panose="020B0604020202020204" charset="0"/>
      <p:regular r:id="rId22"/>
    </p:embeddedFont>
    <p:embeddedFont>
      <p:font typeface="Arimo Bold" panose="020B0604020202020204" charset="0"/>
      <p:regular r:id="rId23"/>
    </p:embeddedFont>
    <p:embeddedFont>
      <p:font typeface="Glacial Indifference" panose="020B0604020202020204" charset="0"/>
      <p:regular r:id="rId24"/>
    </p:embeddedFont>
    <p:embeddedFont>
      <p:font typeface="Glacial Indifference Bold" panose="020B0604020202020204" charset="0"/>
      <p:regular r:id="rId25"/>
    </p:embeddedFont>
    <p:embeddedFont>
      <p:font typeface="HK Grotesk" panose="020B0604020202020204" charset="0"/>
      <p:regular r:id="rId26"/>
    </p:embeddedFont>
    <p:embeddedFont>
      <p:font typeface="HK Grotesk Bold" panose="020B0604020202020204" charset="0"/>
      <p:regular r:id="rId27"/>
    </p:embeddedFont>
    <p:embeddedFont>
      <p:font typeface="Intro Rust" panose="020B0604020202020204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2061A6-3839-5C64-01A4-454AD2F6A8F1}" v="56" dt="2026-06-16T19:01:57.4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lawwears.com" TargetMode="External"/><Relationship Id="rId3" Type="http://schemas.openxmlformats.org/officeDocument/2006/relationships/image" Target="../media/image3.svg"/><Relationship Id="rId7" Type="http://schemas.openxmlformats.org/officeDocument/2006/relationships/hyperlink" Target="https://www.w3schools.com" TargetMode="External"/><Relationship Id="rId2" Type="http://schemas.openxmlformats.org/officeDocument/2006/relationships/hyperlink" Target="https://www.mobilhanem.com/java-egitimi/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canva.com" TargetMode="External"/><Relationship Id="rId11" Type="http://schemas.openxmlformats.org/officeDocument/2006/relationships/hyperlink" Target="https://gemini.google.com/app?hl=tr" TargetMode="External"/><Relationship Id="rId5" Type="http://schemas.openxmlformats.org/officeDocument/2006/relationships/hyperlink" Target="https://www.mobilhanem.com/css-nedir-html-css-temelleri/" TargetMode="External"/><Relationship Id="rId10" Type="http://schemas.openxmlformats.org/officeDocument/2006/relationships/hyperlink" Target="https://chatgpt.com" TargetMode="External"/><Relationship Id="rId4" Type="http://schemas.openxmlformats.org/officeDocument/2006/relationships/hyperlink" Target="https://www.mobilhanem.com/htmle-giris-ve-temel-html-yapisi/" TargetMode="External"/><Relationship Id="rId9" Type="http://schemas.openxmlformats.org/officeDocument/2006/relationships/hyperlink" Target="https://dripmamba.com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1768119" y="-7642360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H="1">
            <a:off x="1846222" y="3546647"/>
            <a:ext cx="0" cy="3212756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 flipV="1">
            <a:off x="1846239" y="8407537"/>
            <a:ext cx="4055161" cy="14287"/>
          </a:xfrm>
          <a:prstGeom prst="line">
            <a:avLst/>
          </a:prstGeom>
          <a:ln w="9525" cap="flat">
            <a:solidFill>
              <a:srgbClr val="25343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846222" y="1826968"/>
            <a:ext cx="1181137" cy="1257499"/>
          </a:xfrm>
          <a:custGeom>
            <a:avLst/>
            <a:gdLst/>
            <a:ahLst/>
            <a:cxnLst/>
            <a:rect l="l" t="t" r="r" b="b"/>
            <a:pathLst>
              <a:path w="1181137" h="1257499">
                <a:moveTo>
                  <a:pt x="0" y="0"/>
                </a:moveTo>
                <a:lnTo>
                  <a:pt x="1181137" y="0"/>
                </a:lnTo>
                <a:lnTo>
                  <a:pt x="1181137" y="1257499"/>
                </a:lnTo>
                <a:lnTo>
                  <a:pt x="0" y="12574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55" r="-385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290412" y="5117949"/>
            <a:ext cx="10334700" cy="168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593"/>
              </a:lnSpc>
            </a:pPr>
            <a:r>
              <a:rPr lang="en-US" sz="5993">
                <a:solidFill>
                  <a:srgbClr val="253439"/>
                </a:solidFill>
                <a:latin typeface="HK Grotesk"/>
                <a:ea typeface="HK Grotesk"/>
                <a:cs typeface="HK Grotesk"/>
                <a:sym typeface="HK Grotesk"/>
              </a:rPr>
              <a:t>ONLINE KIYAFET</a:t>
            </a:r>
          </a:p>
          <a:p>
            <a:pPr marL="0" lvl="0" indent="0" algn="just">
              <a:lnSpc>
                <a:spcPts val="6593"/>
              </a:lnSpc>
            </a:pPr>
            <a:r>
              <a:rPr lang="en-US" sz="5993">
                <a:solidFill>
                  <a:srgbClr val="253439"/>
                </a:solidFill>
                <a:latin typeface="HK Grotesk"/>
                <a:ea typeface="HK Grotesk"/>
                <a:cs typeface="HK Grotesk"/>
                <a:sym typeface="HK Grotesk"/>
              </a:rPr>
              <a:t>SATIŞ SITESI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70648" y="3391790"/>
            <a:ext cx="9960051" cy="1779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15303"/>
              </a:lnSpc>
            </a:pPr>
            <a:r>
              <a:rPr lang="en-US" sz="9600" b="1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BROTHERWEAR</a:t>
            </a:r>
            <a:endParaRPr lang="en-US" sz="9600" b="1">
              <a:solidFill>
                <a:srgbClr val="253439"/>
              </a:solidFill>
              <a:latin typeface="Glacial Indifference Bold"/>
              <a:ea typeface="Glacial Indifference Bold"/>
              <a:cs typeface="Glacial Indifference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856161" y="7723395"/>
            <a:ext cx="340667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25343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HAZIRLAYANLAR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56161" y="7973585"/>
            <a:ext cx="4424794" cy="429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8"/>
              </a:lnSpc>
            </a:pPr>
            <a:r>
              <a:rPr lang="en-US" sz="1544" b="1" spc="131">
                <a:solidFill>
                  <a:srgbClr val="25343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Hasan DANACI 262484023</a:t>
            </a:r>
          </a:p>
          <a:p>
            <a:pPr marL="0" lvl="0" indent="0" algn="just">
              <a:lnSpc>
                <a:spcPts val="1698"/>
              </a:lnSpc>
            </a:pPr>
            <a:r>
              <a:rPr lang="en-US" sz="1544" b="1" spc="131">
                <a:solidFill>
                  <a:srgbClr val="25343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Halil İbrahim BULUT 262484048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534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90007" y="0"/>
            <a:ext cx="20370072" cy="10287000"/>
            <a:chOff x="0" y="0"/>
            <a:chExt cx="536495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364957" cy="2709333"/>
            </a:xfrm>
            <a:custGeom>
              <a:avLst/>
              <a:gdLst/>
              <a:ahLst/>
              <a:cxnLst/>
              <a:rect l="l" t="t" r="r" b="b"/>
              <a:pathLst>
                <a:path w="5364957" h="2709333">
                  <a:moveTo>
                    <a:pt x="0" y="0"/>
                  </a:moveTo>
                  <a:lnTo>
                    <a:pt x="5364957" y="0"/>
                  </a:lnTo>
                  <a:lnTo>
                    <a:pt x="5364957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FDF7EF">
                    <a:alpha val="10000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9525"/>
              <a:ext cx="5364957" cy="26998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186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2514115">
            <a:off x="7865865" y="-6842286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-3259402" y="829090"/>
            <a:ext cx="6337699" cy="491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758"/>
              </a:lnSpc>
            </a:pPr>
            <a:r>
              <a:rPr lang="en-US" sz="3417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TANIM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69294" y="3557009"/>
            <a:ext cx="12963648" cy="57012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53071" lvl="1" indent="-276536" algn="l">
              <a:lnSpc>
                <a:spcPts val="3765"/>
              </a:lnSpc>
              <a:buFont typeface="Arial"/>
              <a:buChar char="•"/>
            </a:pPr>
            <a:r>
              <a:rPr lang="en-US" sz="2561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BrotherWear, kullanıcıların farklı kıyafet ve ayakkabı ürünlerini inceleyip satın alma sürecini deneyimleyebildiği örnek bir online alışveriş sitesidir.</a:t>
            </a:r>
          </a:p>
          <a:p>
            <a:pPr algn="l">
              <a:lnSpc>
                <a:spcPts val="3765"/>
              </a:lnSpc>
            </a:pPr>
            <a:endParaRPr lang="en-US" sz="2561" b="1">
              <a:solidFill>
                <a:srgbClr val="000000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553071" lvl="1" indent="-276536" algn="l">
              <a:lnSpc>
                <a:spcPts val="3765"/>
              </a:lnSpc>
              <a:buFont typeface="Arial"/>
              <a:buChar char="•"/>
            </a:pPr>
            <a:r>
              <a:rPr lang="en-US" sz="2561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Site içerisinde tişört, pantolon, sweatshirt, eşofman, mont, ceket ve ayakkabı gibi farklı kategorilerde ürünler yer almaktadır.</a:t>
            </a:r>
          </a:p>
          <a:p>
            <a:pPr algn="l">
              <a:lnSpc>
                <a:spcPts val="3765"/>
              </a:lnSpc>
            </a:pPr>
            <a:endParaRPr lang="en-US" sz="2561" b="1">
              <a:solidFill>
                <a:srgbClr val="000000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553071" lvl="1" indent="-276536" algn="l">
              <a:lnSpc>
                <a:spcPts val="3765"/>
              </a:lnSpc>
              <a:buFont typeface="Arial"/>
              <a:buChar char="•"/>
            </a:pPr>
            <a:r>
              <a:rPr lang="en-US" sz="2561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Kullanıcılar ürünleri kategoriye göre filtreleyebilir, ürün detaylarını görüntüleyebilir, beden veya numara seçerek sepete ekleyebilir.</a:t>
            </a:r>
          </a:p>
          <a:p>
            <a:pPr algn="l">
              <a:lnSpc>
                <a:spcPts val="3765"/>
              </a:lnSpc>
            </a:pPr>
            <a:endParaRPr lang="en-US" sz="2561" b="1">
              <a:solidFill>
                <a:srgbClr val="000000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marL="553071" lvl="1" indent="-276536" algn="l">
              <a:lnSpc>
                <a:spcPts val="3765"/>
              </a:lnSpc>
              <a:buFont typeface="Arial"/>
              <a:buChar char="•"/>
            </a:pPr>
            <a:r>
              <a:rPr lang="en-US" sz="2561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BrotherWear; kayıt olma, giriş yapma, profil yönetimi, favoriler, adres ekleme, sepet ve ödeme sayfası gibi temel e-ticaret özelliklerini içerir.</a:t>
            </a:r>
          </a:p>
          <a:p>
            <a:pPr marL="0" lvl="0" indent="0" algn="l">
              <a:lnSpc>
                <a:spcPts val="3765"/>
              </a:lnSpc>
            </a:pPr>
            <a:endParaRPr lang="en-US" sz="2561" b="1">
              <a:solidFill>
                <a:srgbClr val="000000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9" name="AutoShape 9"/>
          <p:cNvSpPr/>
          <p:nvPr/>
        </p:nvSpPr>
        <p:spPr>
          <a:xfrm flipH="1">
            <a:off x="1579220" y="800515"/>
            <a:ext cx="0" cy="1925188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9057EB45-F108-9616-4FCA-370730C44A2A}"/>
              </a:ext>
            </a:extLst>
          </p:cNvPr>
          <p:cNvSpPr txBox="1"/>
          <p:nvPr/>
        </p:nvSpPr>
        <p:spPr>
          <a:xfrm>
            <a:off x="1730310" y="1321443"/>
            <a:ext cx="13715999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tr-TR" sz="5400" b="1">
                <a:latin typeface="HK Grotesk"/>
              </a:rPr>
              <a:t>BrotherWear</a:t>
            </a:r>
            <a:endParaRPr lang="tr-TR" sz="5400" b="1">
              <a:latin typeface="HK Grotesk"/>
              <a:ea typeface="Calibri"/>
              <a:cs typeface="Calibri"/>
            </a:endParaRPr>
          </a:p>
          <a:p>
            <a:r>
              <a:rPr lang="tr-TR" sz="5400" b="1">
                <a:latin typeface="HK Grotesk"/>
                <a:ea typeface="Calibri"/>
                <a:cs typeface="Calibri"/>
              </a:rPr>
              <a:t>Nedir?</a:t>
            </a:r>
            <a:endParaRPr lang="tr-TR" sz="5400" b="1" dirty="0">
              <a:latin typeface="HK Grotesk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726896" y="1074504"/>
            <a:ext cx="0" cy="9212496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rot="-3554022">
            <a:off x="2408533" y="-6577669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80168" y="1085850"/>
            <a:ext cx="6073325" cy="94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54"/>
              </a:lnSpc>
            </a:pPr>
            <a:r>
              <a:rPr lang="en-US" sz="6595" b="1" spc="211">
                <a:solidFill>
                  <a:srgbClr val="25343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PLANLAMA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39238" y="4236403"/>
            <a:ext cx="9525" cy="323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1726896" y="2401991"/>
            <a:ext cx="10304958" cy="7317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98198" lvl="1" indent="-299099" algn="l">
              <a:lnSpc>
                <a:spcPts val="3879"/>
              </a:lnSpc>
              <a:buFont typeface="Arial"/>
              <a:buChar char="•"/>
            </a:pPr>
            <a:r>
              <a:rPr lang="en-US" sz="2770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Kullanıcı deneyimi düşünülerek ürün inceleme, beden/numara seçme,sepete ekleme,favorilere alma, kayıt olma ve giriş yapma gibi temel işlemler oluşturulmasını tasarladık.</a:t>
            </a:r>
          </a:p>
          <a:p>
            <a:pPr algn="l">
              <a:lnSpc>
                <a:spcPts val="3879"/>
              </a:lnSpc>
            </a:pPr>
            <a:endParaRPr lang="en-US" sz="2770" b="1">
              <a:solidFill>
                <a:srgbClr val="25343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598198" lvl="1" indent="-299099" algn="l">
              <a:lnSpc>
                <a:spcPts val="3879"/>
              </a:lnSpc>
              <a:buFont typeface="Arial"/>
              <a:buChar char="•"/>
            </a:pPr>
            <a:r>
              <a:rPr lang="en-US" sz="2770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Bu projeyi, müşterilere hizmet sunulan bir temel e-ticaret mantığıyla planladık. </a:t>
            </a:r>
          </a:p>
          <a:p>
            <a:pPr marL="598198" lvl="1" indent="-299099" algn="l">
              <a:lnSpc>
                <a:spcPts val="3879"/>
              </a:lnSpc>
              <a:buFont typeface="Arial"/>
              <a:buChar char="•"/>
            </a:pPr>
            <a:r>
              <a:rPr lang="en-US" sz="2770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Projemiz geliştirilmeye açıktır.</a:t>
            </a:r>
          </a:p>
          <a:p>
            <a:pPr algn="l">
              <a:lnSpc>
                <a:spcPts val="3879"/>
              </a:lnSpc>
            </a:pPr>
            <a:endParaRPr lang="en-US" sz="2770" b="1">
              <a:solidFill>
                <a:srgbClr val="25343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marL="598198" lvl="1" indent="-299099" algn="l">
              <a:lnSpc>
                <a:spcPts val="3879"/>
              </a:lnSpc>
              <a:buFont typeface="Arial"/>
              <a:buChar char="•"/>
            </a:pPr>
            <a:r>
              <a:rPr lang="en-US" sz="2770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Projede kullanılacak teknolojileri belirledik.</a:t>
            </a:r>
          </a:p>
          <a:p>
            <a:pPr marL="598198" lvl="1" indent="-299099" algn="l">
              <a:lnSpc>
                <a:spcPts val="3879"/>
              </a:lnSpc>
              <a:buFont typeface="Arial"/>
              <a:buChar char="•"/>
            </a:pPr>
            <a:r>
              <a:rPr lang="en-US" sz="2770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Sayfa yapısı için HTML, </a:t>
            </a:r>
          </a:p>
          <a:p>
            <a:pPr marL="598198" lvl="1" indent="-299099" algn="l">
              <a:lnSpc>
                <a:spcPts val="3879"/>
              </a:lnSpc>
              <a:buFont typeface="Arial"/>
              <a:buChar char="•"/>
            </a:pPr>
            <a:r>
              <a:rPr lang="en-US" sz="2770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tasarım için CSS, </a:t>
            </a:r>
          </a:p>
          <a:p>
            <a:pPr marL="598198" lvl="1" indent="-299099" algn="l">
              <a:lnSpc>
                <a:spcPts val="3879"/>
              </a:lnSpc>
              <a:buFont typeface="Arial"/>
              <a:buChar char="•"/>
            </a:pPr>
            <a:r>
              <a:rPr lang="en-US" sz="2770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etkileşimler için JavaScript </a:t>
            </a:r>
          </a:p>
          <a:p>
            <a:pPr marL="598198" lvl="1" indent="-299099" algn="l">
              <a:lnSpc>
                <a:spcPts val="3879"/>
              </a:lnSpc>
              <a:buFont typeface="Arial"/>
              <a:buChar char="•"/>
            </a:pPr>
            <a:r>
              <a:rPr lang="en-US" sz="2770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ve veri tabanı mantığı için SQL kullanılmasını planladık.</a:t>
            </a:r>
          </a:p>
          <a:p>
            <a:pPr algn="ctr">
              <a:lnSpc>
                <a:spcPts val="3879"/>
              </a:lnSpc>
            </a:pPr>
            <a:endParaRPr lang="en-US" sz="2770" b="1">
              <a:solidFill>
                <a:srgbClr val="25343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080168" y="814388"/>
            <a:ext cx="6073325" cy="94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54"/>
              </a:lnSpc>
            </a:pPr>
            <a:r>
              <a:rPr lang="en-US" sz="6595" b="1" spc="211">
                <a:solidFill>
                  <a:srgbClr val="25343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PLANLAMA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726896" y="1074504"/>
            <a:ext cx="0" cy="9212496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2109707" y="6342074"/>
            <a:ext cx="7034293" cy="3503232"/>
          </a:xfrm>
          <a:custGeom>
            <a:avLst/>
            <a:gdLst/>
            <a:ahLst/>
            <a:cxnLst/>
            <a:rect l="l" t="t" r="r" b="b"/>
            <a:pathLst>
              <a:path w="7034293" h="3503232">
                <a:moveTo>
                  <a:pt x="0" y="0"/>
                </a:moveTo>
                <a:lnTo>
                  <a:pt x="7034293" y="0"/>
                </a:lnTo>
                <a:lnTo>
                  <a:pt x="7034293" y="3503231"/>
                </a:lnTo>
                <a:lnTo>
                  <a:pt x="0" y="35032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473" b="-6473"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rot="-3554022">
            <a:off x="2408533" y="-7113581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3305175" y="8274368"/>
            <a:ext cx="942023" cy="477203"/>
            <a:chOff x="0" y="0"/>
            <a:chExt cx="1256030" cy="636270"/>
          </a:xfrm>
        </p:grpSpPr>
        <p:sp>
          <p:nvSpPr>
            <p:cNvPr id="7" name="Freeform 7"/>
            <p:cNvSpPr/>
            <p:nvPr/>
          </p:nvSpPr>
          <p:spPr>
            <a:xfrm>
              <a:off x="48677" y="46169"/>
              <a:ext cx="1156168" cy="557439"/>
            </a:xfrm>
            <a:custGeom>
              <a:avLst/>
              <a:gdLst/>
              <a:ahLst/>
              <a:cxnLst/>
              <a:rect l="l" t="t" r="r" b="b"/>
              <a:pathLst>
                <a:path w="1156168" h="557439">
                  <a:moveTo>
                    <a:pt x="2123" y="82101"/>
                  </a:moveTo>
                  <a:cubicBezTo>
                    <a:pt x="694273" y="2091"/>
                    <a:pt x="891123" y="-10609"/>
                    <a:pt x="983833" y="10981"/>
                  </a:cubicBezTo>
                  <a:cubicBezTo>
                    <a:pt x="1029553" y="22411"/>
                    <a:pt x="1057493" y="44001"/>
                    <a:pt x="1080353" y="61781"/>
                  </a:cubicBezTo>
                  <a:cubicBezTo>
                    <a:pt x="1096863" y="75751"/>
                    <a:pt x="1107023" y="88451"/>
                    <a:pt x="1117183" y="103691"/>
                  </a:cubicBezTo>
                  <a:cubicBezTo>
                    <a:pt x="1127343" y="118931"/>
                    <a:pt x="1136233" y="131631"/>
                    <a:pt x="1142583" y="151951"/>
                  </a:cubicBezTo>
                  <a:cubicBezTo>
                    <a:pt x="1151473" y="181161"/>
                    <a:pt x="1157823" y="230691"/>
                    <a:pt x="1155283" y="261171"/>
                  </a:cubicBezTo>
                  <a:cubicBezTo>
                    <a:pt x="1154013" y="281491"/>
                    <a:pt x="1151473" y="295461"/>
                    <a:pt x="1142583" y="314511"/>
                  </a:cubicBezTo>
                  <a:cubicBezTo>
                    <a:pt x="1129883" y="341181"/>
                    <a:pt x="1107023" y="380551"/>
                    <a:pt x="1080353" y="404681"/>
                  </a:cubicBezTo>
                  <a:cubicBezTo>
                    <a:pt x="1053683" y="427541"/>
                    <a:pt x="1011773" y="446591"/>
                    <a:pt x="983833" y="455481"/>
                  </a:cubicBezTo>
                  <a:cubicBezTo>
                    <a:pt x="963513" y="461831"/>
                    <a:pt x="941923" y="474531"/>
                    <a:pt x="929223" y="461831"/>
                  </a:cubicBezTo>
                  <a:cubicBezTo>
                    <a:pt x="889853" y="427541"/>
                    <a:pt x="889853" y="38921"/>
                    <a:pt x="929223" y="4631"/>
                  </a:cubicBezTo>
                  <a:cubicBezTo>
                    <a:pt x="941923" y="-6799"/>
                    <a:pt x="963513" y="5901"/>
                    <a:pt x="983833" y="10981"/>
                  </a:cubicBezTo>
                  <a:cubicBezTo>
                    <a:pt x="1011773" y="19871"/>
                    <a:pt x="1053683" y="38921"/>
                    <a:pt x="1080353" y="61781"/>
                  </a:cubicBezTo>
                  <a:cubicBezTo>
                    <a:pt x="1107023" y="85911"/>
                    <a:pt x="1129883" y="118931"/>
                    <a:pt x="1142583" y="151951"/>
                  </a:cubicBezTo>
                  <a:cubicBezTo>
                    <a:pt x="1155283" y="184971"/>
                    <a:pt x="1157823" y="230691"/>
                    <a:pt x="1155283" y="261171"/>
                  </a:cubicBezTo>
                  <a:cubicBezTo>
                    <a:pt x="1154013" y="281491"/>
                    <a:pt x="1148933" y="298001"/>
                    <a:pt x="1142583" y="314511"/>
                  </a:cubicBezTo>
                  <a:cubicBezTo>
                    <a:pt x="1136233" y="331021"/>
                    <a:pt x="1129883" y="346261"/>
                    <a:pt x="1117183" y="362771"/>
                  </a:cubicBezTo>
                  <a:cubicBezTo>
                    <a:pt x="1098133" y="386901"/>
                    <a:pt x="1066383" y="419921"/>
                    <a:pt x="1034633" y="436431"/>
                  </a:cubicBezTo>
                  <a:cubicBezTo>
                    <a:pt x="1004153" y="452941"/>
                    <a:pt x="976213" y="455481"/>
                    <a:pt x="929223" y="461831"/>
                  </a:cubicBezTo>
                  <a:cubicBezTo>
                    <a:pt x="835243" y="474531"/>
                    <a:pt x="646013" y="459291"/>
                    <a:pt x="503773" y="471991"/>
                  </a:cubicBezTo>
                  <a:cubicBezTo>
                    <a:pt x="358993" y="484691"/>
                    <a:pt x="151983" y="601531"/>
                    <a:pt x="66893" y="539301"/>
                  </a:cubicBezTo>
                  <a:cubicBezTo>
                    <a:pt x="-18197" y="474531"/>
                    <a:pt x="2123" y="82101"/>
                    <a:pt x="2123" y="82101"/>
                  </a:cubicBezTo>
                </a:path>
              </a:pathLst>
            </a:custGeom>
            <a:solidFill>
              <a:srgbClr val="FFFFFF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3322320" y="8367712"/>
            <a:ext cx="997268" cy="477203"/>
            <a:chOff x="0" y="0"/>
            <a:chExt cx="1329690" cy="636270"/>
          </a:xfrm>
        </p:grpSpPr>
        <p:sp>
          <p:nvSpPr>
            <p:cNvPr id="9" name="Freeform 9"/>
            <p:cNvSpPr/>
            <p:nvPr/>
          </p:nvSpPr>
          <p:spPr>
            <a:xfrm>
              <a:off x="49085" y="12171"/>
              <a:ext cx="1289509" cy="591363"/>
            </a:xfrm>
            <a:custGeom>
              <a:avLst/>
              <a:gdLst/>
              <a:ahLst/>
              <a:cxnLst/>
              <a:rect l="l" t="t" r="r" b="b"/>
              <a:pathLst>
                <a:path w="1289509" h="591363">
                  <a:moveTo>
                    <a:pt x="1715" y="116099"/>
                  </a:moveTo>
                  <a:cubicBezTo>
                    <a:pt x="528765" y="47519"/>
                    <a:pt x="593535" y="43709"/>
                    <a:pt x="697675" y="39899"/>
                  </a:cubicBezTo>
                  <a:cubicBezTo>
                    <a:pt x="844995" y="34819"/>
                    <a:pt x="1143445" y="-46461"/>
                    <a:pt x="1228535" y="38629"/>
                  </a:cubicBezTo>
                  <a:cubicBezTo>
                    <a:pt x="1307275" y="117369"/>
                    <a:pt x="1312355" y="410739"/>
                    <a:pt x="1228535" y="495829"/>
                  </a:cubicBezTo>
                  <a:cubicBezTo>
                    <a:pt x="1125665" y="599969"/>
                    <a:pt x="745935" y="484399"/>
                    <a:pt x="538925" y="500909"/>
                  </a:cubicBezTo>
                  <a:cubicBezTo>
                    <a:pt x="367475" y="514879"/>
                    <a:pt x="160465" y="638069"/>
                    <a:pt x="71565" y="572029"/>
                  </a:cubicBezTo>
                  <a:cubicBezTo>
                    <a:pt x="-17335" y="507259"/>
                    <a:pt x="1715" y="116099"/>
                    <a:pt x="1715" y="116099"/>
                  </a:cubicBezTo>
                </a:path>
              </a:pathLst>
            </a:custGeom>
            <a:solidFill>
              <a:srgbClr val="FFFFFF">
                <a:alpha val="24706"/>
              </a:srgbClr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2692717" y="8286750"/>
            <a:ext cx="2424112" cy="1369695"/>
            <a:chOff x="0" y="0"/>
            <a:chExt cx="3232150" cy="1826260"/>
          </a:xfrm>
        </p:grpSpPr>
        <p:sp>
          <p:nvSpPr>
            <p:cNvPr id="11" name="Freeform 11"/>
            <p:cNvSpPr/>
            <p:nvPr/>
          </p:nvSpPr>
          <p:spPr>
            <a:xfrm>
              <a:off x="50800" y="50800"/>
              <a:ext cx="3133849" cy="1726520"/>
            </a:xfrm>
            <a:custGeom>
              <a:avLst/>
              <a:gdLst/>
              <a:ahLst/>
              <a:cxnLst/>
              <a:rect l="l" t="t" r="r" b="b"/>
              <a:pathLst>
                <a:path w="3133849" h="1726520">
                  <a:moveTo>
                    <a:pt x="0" y="383540"/>
                  </a:moveTo>
                  <a:cubicBezTo>
                    <a:pt x="43180" y="238760"/>
                    <a:pt x="74930" y="207010"/>
                    <a:pt x="109220" y="182880"/>
                  </a:cubicBezTo>
                  <a:cubicBezTo>
                    <a:pt x="147320" y="157480"/>
                    <a:pt x="198120" y="146050"/>
                    <a:pt x="245110" y="129540"/>
                  </a:cubicBezTo>
                  <a:cubicBezTo>
                    <a:pt x="294640" y="113030"/>
                    <a:pt x="349250" y="95250"/>
                    <a:pt x="397510" y="85090"/>
                  </a:cubicBezTo>
                  <a:cubicBezTo>
                    <a:pt x="440690" y="76200"/>
                    <a:pt x="500380" y="86360"/>
                    <a:pt x="523240" y="71120"/>
                  </a:cubicBezTo>
                  <a:cubicBezTo>
                    <a:pt x="535940" y="63500"/>
                    <a:pt x="532130" y="43180"/>
                    <a:pt x="544830" y="36830"/>
                  </a:cubicBezTo>
                  <a:cubicBezTo>
                    <a:pt x="566420" y="26670"/>
                    <a:pt x="654050" y="48260"/>
                    <a:pt x="662940" y="55880"/>
                  </a:cubicBezTo>
                  <a:cubicBezTo>
                    <a:pt x="665480" y="57150"/>
                    <a:pt x="662940" y="59690"/>
                    <a:pt x="665480" y="60960"/>
                  </a:cubicBezTo>
                  <a:cubicBezTo>
                    <a:pt x="669290" y="64770"/>
                    <a:pt x="694690" y="62230"/>
                    <a:pt x="701040" y="59690"/>
                  </a:cubicBezTo>
                  <a:cubicBezTo>
                    <a:pt x="703580" y="58420"/>
                    <a:pt x="704850" y="55880"/>
                    <a:pt x="704850" y="55880"/>
                  </a:cubicBezTo>
                  <a:cubicBezTo>
                    <a:pt x="704850" y="55880"/>
                    <a:pt x="709930" y="53340"/>
                    <a:pt x="712470" y="50800"/>
                  </a:cubicBezTo>
                  <a:cubicBezTo>
                    <a:pt x="715010" y="49530"/>
                    <a:pt x="721360" y="46990"/>
                    <a:pt x="721360" y="46990"/>
                  </a:cubicBezTo>
                  <a:cubicBezTo>
                    <a:pt x="721360" y="46990"/>
                    <a:pt x="726440" y="45720"/>
                    <a:pt x="730250" y="44450"/>
                  </a:cubicBezTo>
                  <a:cubicBezTo>
                    <a:pt x="732790" y="43180"/>
                    <a:pt x="739140" y="41910"/>
                    <a:pt x="739140" y="41910"/>
                  </a:cubicBezTo>
                  <a:cubicBezTo>
                    <a:pt x="739140" y="41910"/>
                    <a:pt x="745490" y="41910"/>
                    <a:pt x="748030" y="41910"/>
                  </a:cubicBezTo>
                  <a:cubicBezTo>
                    <a:pt x="751840" y="41910"/>
                    <a:pt x="756920" y="41910"/>
                    <a:pt x="756920" y="41910"/>
                  </a:cubicBezTo>
                  <a:cubicBezTo>
                    <a:pt x="756920" y="41910"/>
                    <a:pt x="763270" y="43180"/>
                    <a:pt x="765810" y="43180"/>
                  </a:cubicBezTo>
                  <a:cubicBezTo>
                    <a:pt x="769620" y="44450"/>
                    <a:pt x="775970" y="45720"/>
                    <a:pt x="775970" y="45720"/>
                  </a:cubicBezTo>
                  <a:cubicBezTo>
                    <a:pt x="775970" y="45720"/>
                    <a:pt x="777240" y="46990"/>
                    <a:pt x="779780" y="48260"/>
                  </a:cubicBezTo>
                  <a:cubicBezTo>
                    <a:pt x="795020" y="49530"/>
                    <a:pt x="901700" y="-1270"/>
                    <a:pt x="924560" y="11430"/>
                  </a:cubicBezTo>
                  <a:cubicBezTo>
                    <a:pt x="937260" y="19050"/>
                    <a:pt x="927100" y="46990"/>
                    <a:pt x="938530" y="55880"/>
                  </a:cubicBezTo>
                  <a:cubicBezTo>
                    <a:pt x="956310" y="67310"/>
                    <a:pt x="1000760" y="53340"/>
                    <a:pt x="1035050" y="54610"/>
                  </a:cubicBezTo>
                  <a:cubicBezTo>
                    <a:pt x="1078230" y="57150"/>
                    <a:pt x="1132840" y="57150"/>
                    <a:pt x="1178560" y="68580"/>
                  </a:cubicBezTo>
                  <a:cubicBezTo>
                    <a:pt x="1224280" y="80010"/>
                    <a:pt x="1280160" y="105410"/>
                    <a:pt x="1309370" y="120650"/>
                  </a:cubicBezTo>
                  <a:cubicBezTo>
                    <a:pt x="1325880" y="129540"/>
                    <a:pt x="1330960" y="140970"/>
                    <a:pt x="1344930" y="143510"/>
                  </a:cubicBezTo>
                  <a:cubicBezTo>
                    <a:pt x="1365250" y="148590"/>
                    <a:pt x="1390650" y="133350"/>
                    <a:pt x="1421130" y="129540"/>
                  </a:cubicBezTo>
                  <a:cubicBezTo>
                    <a:pt x="1466850" y="123190"/>
                    <a:pt x="1537970" y="120650"/>
                    <a:pt x="1591310" y="114300"/>
                  </a:cubicBezTo>
                  <a:cubicBezTo>
                    <a:pt x="1639570" y="107950"/>
                    <a:pt x="1686560" y="99060"/>
                    <a:pt x="1729740" y="93980"/>
                  </a:cubicBezTo>
                  <a:cubicBezTo>
                    <a:pt x="1767840" y="88900"/>
                    <a:pt x="1802130" y="85090"/>
                    <a:pt x="1836420" y="82550"/>
                  </a:cubicBezTo>
                  <a:cubicBezTo>
                    <a:pt x="1866900" y="81280"/>
                    <a:pt x="1896110" y="73660"/>
                    <a:pt x="1924050" y="81280"/>
                  </a:cubicBezTo>
                  <a:cubicBezTo>
                    <a:pt x="1953260" y="90170"/>
                    <a:pt x="1985010" y="113030"/>
                    <a:pt x="2005330" y="137160"/>
                  </a:cubicBezTo>
                  <a:cubicBezTo>
                    <a:pt x="2024380" y="160020"/>
                    <a:pt x="2033270" y="191770"/>
                    <a:pt x="2042160" y="222250"/>
                  </a:cubicBezTo>
                  <a:cubicBezTo>
                    <a:pt x="2049780" y="254000"/>
                    <a:pt x="2057400" y="289560"/>
                    <a:pt x="2052320" y="323850"/>
                  </a:cubicBezTo>
                  <a:cubicBezTo>
                    <a:pt x="2047240" y="360680"/>
                    <a:pt x="2028190" y="400050"/>
                    <a:pt x="2007870" y="434340"/>
                  </a:cubicBezTo>
                  <a:cubicBezTo>
                    <a:pt x="1986280" y="471170"/>
                    <a:pt x="1957070" y="505460"/>
                    <a:pt x="1925320" y="537210"/>
                  </a:cubicBezTo>
                  <a:cubicBezTo>
                    <a:pt x="1892300" y="570230"/>
                    <a:pt x="1841500" y="605790"/>
                    <a:pt x="1811020" y="627380"/>
                  </a:cubicBezTo>
                  <a:cubicBezTo>
                    <a:pt x="1793240" y="641350"/>
                    <a:pt x="1770380" y="641350"/>
                    <a:pt x="1764030" y="657860"/>
                  </a:cubicBezTo>
                  <a:cubicBezTo>
                    <a:pt x="1756410" y="683260"/>
                    <a:pt x="1783080" y="764540"/>
                    <a:pt x="1809750" y="778510"/>
                  </a:cubicBezTo>
                  <a:cubicBezTo>
                    <a:pt x="1836420" y="792480"/>
                    <a:pt x="1878330" y="756920"/>
                    <a:pt x="1920240" y="750570"/>
                  </a:cubicBezTo>
                  <a:cubicBezTo>
                    <a:pt x="1971040" y="742950"/>
                    <a:pt x="2094230" y="739140"/>
                    <a:pt x="2094230" y="739140"/>
                  </a:cubicBezTo>
                  <a:cubicBezTo>
                    <a:pt x="2094230" y="739140"/>
                    <a:pt x="2100580" y="739140"/>
                    <a:pt x="2103120" y="737870"/>
                  </a:cubicBezTo>
                  <a:cubicBezTo>
                    <a:pt x="2106930" y="737870"/>
                    <a:pt x="2112010" y="736600"/>
                    <a:pt x="2112010" y="736600"/>
                  </a:cubicBezTo>
                  <a:cubicBezTo>
                    <a:pt x="2113280" y="736600"/>
                    <a:pt x="2113280" y="736600"/>
                    <a:pt x="2114550" y="736600"/>
                  </a:cubicBezTo>
                  <a:cubicBezTo>
                    <a:pt x="2122170" y="736600"/>
                    <a:pt x="2161540" y="726440"/>
                    <a:pt x="2193290" y="722630"/>
                  </a:cubicBezTo>
                  <a:cubicBezTo>
                    <a:pt x="2242820" y="715010"/>
                    <a:pt x="2383790" y="704850"/>
                    <a:pt x="2385060" y="704850"/>
                  </a:cubicBezTo>
                  <a:cubicBezTo>
                    <a:pt x="2385060" y="704850"/>
                    <a:pt x="2390140" y="703580"/>
                    <a:pt x="2392680" y="703580"/>
                  </a:cubicBezTo>
                  <a:cubicBezTo>
                    <a:pt x="2395220" y="703580"/>
                    <a:pt x="2401570" y="703580"/>
                    <a:pt x="2401570" y="703580"/>
                  </a:cubicBezTo>
                  <a:cubicBezTo>
                    <a:pt x="2401570" y="703580"/>
                    <a:pt x="2406650" y="704850"/>
                    <a:pt x="2409190" y="706120"/>
                  </a:cubicBezTo>
                  <a:cubicBezTo>
                    <a:pt x="2411730" y="706120"/>
                    <a:pt x="2416810" y="707390"/>
                    <a:pt x="2418080" y="707390"/>
                  </a:cubicBezTo>
                  <a:cubicBezTo>
                    <a:pt x="2418080" y="707390"/>
                    <a:pt x="2421890" y="709930"/>
                    <a:pt x="2424430" y="711200"/>
                  </a:cubicBezTo>
                  <a:cubicBezTo>
                    <a:pt x="2426970" y="712470"/>
                    <a:pt x="2432050" y="715010"/>
                    <a:pt x="2432050" y="715010"/>
                  </a:cubicBezTo>
                  <a:cubicBezTo>
                    <a:pt x="2432050" y="715010"/>
                    <a:pt x="2437130" y="721360"/>
                    <a:pt x="2438400" y="720090"/>
                  </a:cubicBezTo>
                  <a:cubicBezTo>
                    <a:pt x="2440940" y="720090"/>
                    <a:pt x="2438400" y="707390"/>
                    <a:pt x="2439670" y="695960"/>
                  </a:cubicBezTo>
                  <a:cubicBezTo>
                    <a:pt x="2440940" y="670560"/>
                    <a:pt x="2449830" y="605790"/>
                    <a:pt x="2456180" y="566420"/>
                  </a:cubicBezTo>
                  <a:cubicBezTo>
                    <a:pt x="2462530" y="534670"/>
                    <a:pt x="2473960" y="508000"/>
                    <a:pt x="2479040" y="477520"/>
                  </a:cubicBezTo>
                  <a:cubicBezTo>
                    <a:pt x="2484120" y="445770"/>
                    <a:pt x="2487930" y="382270"/>
                    <a:pt x="2487930" y="381000"/>
                  </a:cubicBezTo>
                  <a:cubicBezTo>
                    <a:pt x="2487930" y="381000"/>
                    <a:pt x="2489200" y="375920"/>
                    <a:pt x="2490470" y="373380"/>
                  </a:cubicBezTo>
                  <a:cubicBezTo>
                    <a:pt x="2490470" y="369570"/>
                    <a:pt x="2491740" y="364490"/>
                    <a:pt x="2491740" y="364490"/>
                  </a:cubicBezTo>
                  <a:cubicBezTo>
                    <a:pt x="2491740" y="364490"/>
                    <a:pt x="2495550" y="359410"/>
                    <a:pt x="2496820" y="356870"/>
                  </a:cubicBezTo>
                  <a:cubicBezTo>
                    <a:pt x="2498090" y="354330"/>
                    <a:pt x="2500630" y="349250"/>
                    <a:pt x="2500630" y="349250"/>
                  </a:cubicBezTo>
                  <a:cubicBezTo>
                    <a:pt x="2500630" y="349250"/>
                    <a:pt x="2505710" y="344170"/>
                    <a:pt x="2506980" y="342900"/>
                  </a:cubicBezTo>
                  <a:cubicBezTo>
                    <a:pt x="2508250" y="341630"/>
                    <a:pt x="2508250" y="341630"/>
                    <a:pt x="2509520" y="339090"/>
                  </a:cubicBezTo>
                  <a:cubicBezTo>
                    <a:pt x="2512060" y="334010"/>
                    <a:pt x="2510790" y="316230"/>
                    <a:pt x="2513330" y="299720"/>
                  </a:cubicBezTo>
                  <a:cubicBezTo>
                    <a:pt x="2517140" y="276860"/>
                    <a:pt x="2524760" y="238760"/>
                    <a:pt x="2532380" y="209550"/>
                  </a:cubicBezTo>
                  <a:cubicBezTo>
                    <a:pt x="2538730" y="181610"/>
                    <a:pt x="2550160" y="140970"/>
                    <a:pt x="2553970" y="128270"/>
                  </a:cubicBezTo>
                  <a:cubicBezTo>
                    <a:pt x="2555240" y="124460"/>
                    <a:pt x="2555240" y="123190"/>
                    <a:pt x="2556510" y="119380"/>
                  </a:cubicBezTo>
                  <a:cubicBezTo>
                    <a:pt x="2557780" y="116840"/>
                    <a:pt x="2559050" y="111760"/>
                    <a:pt x="2559050" y="111760"/>
                  </a:cubicBezTo>
                  <a:cubicBezTo>
                    <a:pt x="2559050" y="111760"/>
                    <a:pt x="2561590" y="106680"/>
                    <a:pt x="2562860" y="104140"/>
                  </a:cubicBezTo>
                  <a:cubicBezTo>
                    <a:pt x="2564130" y="101600"/>
                    <a:pt x="2567940" y="96520"/>
                    <a:pt x="2567940" y="96520"/>
                  </a:cubicBezTo>
                  <a:cubicBezTo>
                    <a:pt x="2567940" y="96520"/>
                    <a:pt x="2571750" y="92710"/>
                    <a:pt x="2573020" y="90170"/>
                  </a:cubicBezTo>
                  <a:cubicBezTo>
                    <a:pt x="2575560" y="88900"/>
                    <a:pt x="2579370" y="83820"/>
                    <a:pt x="2579370" y="83820"/>
                  </a:cubicBezTo>
                  <a:cubicBezTo>
                    <a:pt x="2579370" y="83820"/>
                    <a:pt x="2584450" y="81280"/>
                    <a:pt x="2586990" y="80010"/>
                  </a:cubicBezTo>
                  <a:cubicBezTo>
                    <a:pt x="2589530" y="78740"/>
                    <a:pt x="2593340" y="74930"/>
                    <a:pt x="2593340" y="74930"/>
                  </a:cubicBezTo>
                  <a:cubicBezTo>
                    <a:pt x="2593340" y="74930"/>
                    <a:pt x="2599690" y="73660"/>
                    <a:pt x="2602230" y="72390"/>
                  </a:cubicBezTo>
                  <a:cubicBezTo>
                    <a:pt x="2604770" y="71120"/>
                    <a:pt x="2609850" y="69850"/>
                    <a:pt x="2609850" y="69850"/>
                  </a:cubicBezTo>
                  <a:cubicBezTo>
                    <a:pt x="2609850" y="69850"/>
                    <a:pt x="2614930" y="69850"/>
                    <a:pt x="2616200" y="68580"/>
                  </a:cubicBezTo>
                  <a:cubicBezTo>
                    <a:pt x="2617470" y="67310"/>
                    <a:pt x="2617470" y="63500"/>
                    <a:pt x="2617470" y="60960"/>
                  </a:cubicBezTo>
                  <a:cubicBezTo>
                    <a:pt x="2617470" y="58420"/>
                    <a:pt x="2618740" y="53340"/>
                    <a:pt x="2618740" y="53340"/>
                  </a:cubicBezTo>
                  <a:cubicBezTo>
                    <a:pt x="2618740" y="53340"/>
                    <a:pt x="2620010" y="48260"/>
                    <a:pt x="2621280" y="45720"/>
                  </a:cubicBezTo>
                  <a:cubicBezTo>
                    <a:pt x="2622550" y="41910"/>
                    <a:pt x="2625090" y="36830"/>
                    <a:pt x="2625090" y="36830"/>
                  </a:cubicBezTo>
                  <a:cubicBezTo>
                    <a:pt x="2625090" y="36830"/>
                    <a:pt x="2627630" y="33020"/>
                    <a:pt x="2628900" y="30480"/>
                  </a:cubicBezTo>
                  <a:cubicBezTo>
                    <a:pt x="2631440" y="27940"/>
                    <a:pt x="2633980" y="22860"/>
                    <a:pt x="2633980" y="22860"/>
                  </a:cubicBezTo>
                  <a:cubicBezTo>
                    <a:pt x="2633980" y="22860"/>
                    <a:pt x="2639060" y="19050"/>
                    <a:pt x="2640330" y="17780"/>
                  </a:cubicBezTo>
                  <a:cubicBezTo>
                    <a:pt x="2642870" y="15240"/>
                    <a:pt x="2646680" y="11430"/>
                    <a:pt x="2646680" y="11430"/>
                  </a:cubicBezTo>
                  <a:cubicBezTo>
                    <a:pt x="2646680" y="11430"/>
                    <a:pt x="2651760" y="8890"/>
                    <a:pt x="2654300" y="7620"/>
                  </a:cubicBezTo>
                  <a:cubicBezTo>
                    <a:pt x="2656840" y="6350"/>
                    <a:pt x="2661920" y="3810"/>
                    <a:pt x="2661920" y="3810"/>
                  </a:cubicBezTo>
                  <a:cubicBezTo>
                    <a:pt x="2661920" y="3810"/>
                    <a:pt x="2668270" y="2540"/>
                    <a:pt x="2670810" y="1270"/>
                  </a:cubicBezTo>
                  <a:cubicBezTo>
                    <a:pt x="2673350" y="1270"/>
                    <a:pt x="2678430" y="0"/>
                    <a:pt x="2678430" y="0"/>
                  </a:cubicBezTo>
                  <a:cubicBezTo>
                    <a:pt x="2678430" y="0"/>
                    <a:pt x="2684780" y="0"/>
                    <a:pt x="2687320" y="0"/>
                  </a:cubicBezTo>
                  <a:cubicBezTo>
                    <a:pt x="2689860" y="0"/>
                    <a:pt x="2696210" y="0"/>
                    <a:pt x="2696210" y="0"/>
                  </a:cubicBezTo>
                  <a:cubicBezTo>
                    <a:pt x="2696210" y="0"/>
                    <a:pt x="2701290" y="1270"/>
                    <a:pt x="2703830" y="1270"/>
                  </a:cubicBezTo>
                  <a:cubicBezTo>
                    <a:pt x="2706370" y="2540"/>
                    <a:pt x="2712720" y="3810"/>
                    <a:pt x="2712720" y="3810"/>
                  </a:cubicBezTo>
                  <a:cubicBezTo>
                    <a:pt x="2712720" y="3810"/>
                    <a:pt x="2717800" y="6350"/>
                    <a:pt x="2720340" y="7620"/>
                  </a:cubicBezTo>
                  <a:cubicBezTo>
                    <a:pt x="2722880" y="8890"/>
                    <a:pt x="2727960" y="11430"/>
                    <a:pt x="2727960" y="11430"/>
                  </a:cubicBezTo>
                  <a:cubicBezTo>
                    <a:pt x="2727960" y="11430"/>
                    <a:pt x="2731770" y="15240"/>
                    <a:pt x="2734310" y="17780"/>
                  </a:cubicBezTo>
                  <a:cubicBezTo>
                    <a:pt x="2735580" y="19050"/>
                    <a:pt x="2740660" y="22860"/>
                    <a:pt x="2740660" y="22860"/>
                  </a:cubicBezTo>
                  <a:cubicBezTo>
                    <a:pt x="2740660" y="22860"/>
                    <a:pt x="2743200" y="27940"/>
                    <a:pt x="2745740" y="30480"/>
                  </a:cubicBezTo>
                  <a:cubicBezTo>
                    <a:pt x="2747010" y="33020"/>
                    <a:pt x="2749550" y="36830"/>
                    <a:pt x="2749550" y="36830"/>
                  </a:cubicBezTo>
                  <a:cubicBezTo>
                    <a:pt x="2749550" y="36830"/>
                    <a:pt x="2752090" y="41910"/>
                    <a:pt x="2753360" y="45720"/>
                  </a:cubicBezTo>
                  <a:cubicBezTo>
                    <a:pt x="2754630" y="48260"/>
                    <a:pt x="2755900" y="53340"/>
                    <a:pt x="2755900" y="53340"/>
                  </a:cubicBezTo>
                  <a:cubicBezTo>
                    <a:pt x="2755900" y="53340"/>
                    <a:pt x="2757170" y="58420"/>
                    <a:pt x="2757170" y="60960"/>
                  </a:cubicBezTo>
                  <a:cubicBezTo>
                    <a:pt x="2757170" y="64770"/>
                    <a:pt x="2758440" y="69850"/>
                    <a:pt x="2758440" y="69850"/>
                  </a:cubicBezTo>
                  <a:cubicBezTo>
                    <a:pt x="2758440" y="69850"/>
                    <a:pt x="2755900" y="113030"/>
                    <a:pt x="2757170" y="114300"/>
                  </a:cubicBezTo>
                  <a:cubicBezTo>
                    <a:pt x="2757170" y="114300"/>
                    <a:pt x="2758440" y="113030"/>
                    <a:pt x="2758440" y="113030"/>
                  </a:cubicBezTo>
                  <a:cubicBezTo>
                    <a:pt x="2758440" y="113030"/>
                    <a:pt x="2764790" y="111760"/>
                    <a:pt x="2767330" y="110490"/>
                  </a:cubicBezTo>
                  <a:cubicBezTo>
                    <a:pt x="2771140" y="110490"/>
                    <a:pt x="2776220" y="109220"/>
                    <a:pt x="2776220" y="109220"/>
                  </a:cubicBezTo>
                  <a:cubicBezTo>
                    <a:pt x="2777490" y="109220"/>
                    <a:pt x="2783840" y="109220"/>
                    <a:pt x="2786380" y="109220"/>
                  </a:cubicBezTo>
                  <a:cubicBezTo>
                    <a:pt x="2788920" y="109220"/>
                    <a:pt x="2790190" y="109220"/>
                    <a:pt x="2791460" y="109220"/>
                  </a:cubicBezTo>
                  <a:cubicBezTo>
                    <a:pt x="2792730" y="107950"/>
                    <a:pt x="2794000" y="102870"/>
                    <a:pt x="2794000" y="102870"/>
                  </a:cubicBezTo>
                  <a:cubicBezTo>
                    <a:pt x="2794000" y="102870"/>
                    <a:pt x="2797810" y="97790"/>
                    <a:pt x="2800350" y="95250"/>
                  </a:cubicBezTo>
                  <a:cubicBezTo>
                    <a:pt x="2801620" y="92710"/>
                    <a:pt x="2806700" y="88900"/>
                    <a:pt x="2806700" y="88900"/>
                  </a:cubicBezTo>
                  <a:cubicBezTo>
                    <a:pt x="2806700" y="88900"/>
                    <a:pt x="2811780" y="85090"/>
                    <a:pt x="2814320" y="82550"/>
                  </a:cubicBezTo>
                  <a:cubicBezTo>
                    <a:pt x="2816860" y="81280"/>
                    <a:pt x="2821940" y="77470"/>
                    <a:pt x="2821940" y="77470"/>
                  </a:cubicBezTo>
                  <a:cubicBezTo>
                    <a:pt x="2821940" y="77470"/>
                    <a:pt x="2827020" y="74930"/>
                    <a:pt x="2830830" y="73660"/>
                  </a:cubicBezTo>
                  <a:cubicBezTo>
                    <a:pt x="2833370" y="72390"/>
                    <a:pt x="2838450" y="69850"/>
                    <a:pt x="2839720" y="69850"/>
                  </a:cubicBezTo>
                  <a:cubicBezTo>
                    <a:pt x="2839720" y="69850"/>
                    <a:pt x="2844800" y="69850"/>
                    <a:pt x="2848610" y="68580"/>
                  </a:cubicBezTo>
                  <a:cubicBezTo>
                    <a:pt x="2851150" y="68580"/>
                    <a:pt x="2857500" y="67310"/>
                    <a:pt x="2857500" y="67310"/>
                  </a:cubicBezTo>
                  <a:cubicBezTo>
                    <a:pt x="2857500" y="67310"/>
                    <a:pt x="2863850" y="68580"/>
                    <a:pt x="2867660" y="68580"/>
                  </a:cubicBezTo>
                  <a:cubicBezTo>
                    <a:pt x="2870200" y="68580"/>
                    <a:pt x="2876550" y="69850"/>
                    <a:pt x="2876550" y="69850"/>
                  </a:cubicBezTo>
                  <a:cubicBezTo>
                    <a:pt x="2876550" y="69850"/>
                    <a:pt x="2882900" y="72390"/>
                    <a:pt x="2885440" y="72390"/>
                  </a:cubicBezTo>
                  <a:cubicBezTo>
                    <a:pt x="2887980" y="73660"/>
                    <a:pt x="2894330" y="76200"/>
                    <a:pt x="2894330" y="76200"/>
                  </a:cubicBezTo>
                  <a:cubicBezTo>
                    <a:pt x="2894330" y="76200"/>
                    <a:pt x="2899410" y="80010"/>
                    <a:pt x="2901950" y="81280"/>
                  </a:cubicBezTo>
                  <a:cubicBezTo>
                    <a:pt x="2904490" y="83820"/>
                    <a:pt x="2909570" y="86360"/>
                    <a:pt x="2909570" y="86360"/>
                  </a:cubicBezTo>
                  <a:cubicBezTo>
                    <a:pt x="2910840" y="86360"/>
                    <a:pt x="2914650" y="91440"/>
                    <a:pt x="2915920" y="93980"/>
                  </a:cubicBezTo>
                  <a:cubicBezTo>
                    <a:pt x="2918460" y="96520"/>
                    <a:pt x="2922270" y="100330"/>
                    <a:pt x="2923540" y="100330"/>
                  </a:cubicBezTo>
                  <a:cubicBezTo>
                    <a:pt x="2923540" y="100330"/>
                    <a:pt x="2926080" y="106680"/>
                    <a:pt x="2927350" y="109220"/>
                  </a:cubicBezTo>
                  <a:cubicBezTo>
                    <a:pt x="2928620" y="111760"/>
                    <a:pt x="2932430" y="116840"/>
                    <a:pt x="2932430" y="116840"/>
                  </a:cubicBezTo>
                  <a:cubicBezTo>
                    <a:pt x="2932430" y="116840"/>
                    <a:pt x="2933700" y="123190"/>
                    <a:pt x="2934970" y="125730"/>
                  </a:cubicBezTo>
                  <a:cubicBezTo>
                    <a:pt x="2934970" y="129540"/>
                    <a:pt x="2936240" y="135890"/>
                    <a:pt x="2936240" y="135890"/>
                  </a:cubicBezTo>
                  <a:cubicBezTo>
                    <a:pt x="2936240" y="135890"/>
                    <a:pt x="2937510" y="142240"/>
                    <a:pt x="2937510" y="144780"/>
                  </a:cubicBezTo>
                  <a:cubicBezTo>
                    <a:pt x="2937510" y="148590"/>
                    <a:pt x="2937510" y="153670"/>
                    <a:pt x="2937510" y="153670"/>
                  </a:cubicBezTo>
                  <a:cubicBezTo>
                    <a:pt x="2937510" y="154940"/>
                    <a:pt x="2932430" y="173990"/>
                    <a:pt x="2929890" y="187960"/>
                  </a:cubicBezTo>
                  <a:cubicBezTo>
                    <a:pt x="2926080" y="213360"/>
                    <a:pt x="2917190" y="254000"/>
                    <a:pt x="2913380" y="292100"/>
                  </a:cubicBezTo>
                  <a:cubicBezTo>
                    <a:pt x="2909570" y="337820"/>
                    <a:pt x="2912110" y="400050"/>
                    <a:pt x="2909570" y="441960"/>
                  </a:cubicBezTo>
                  <a:cubicBezTo>
                    <a:pt x="2908300" y="472440"/>
                    <a:pt x="2904490" y="492760"/>
                    <a:pt x="2901950" y="520700"/>
                  </a:cubicBezTo>
                  <a:cubicBezTo>
                    <a:pt x="2898140" y="552450"/>
                    <a:pt x="2890520" y="595630"/>
                    <a:pt x="2887980" y="622300"/>
                  </a:cubicBezTo>
                  <a:cubicBezTo>
                    <a:pt x="2886710" y="637540"/>
                    <a:pt x="2887980" y="648970"/>
                    <a:pt x="2887980" y="660400"/>
                  </a:cubicBezTo>
                  <a:cubicBezTo>
                    <a:pt x="2887980" y="669290"/>
                    <a:pt x="2887980" y="675640"/>
                    <a:pt x="2886710" y="685800"/>
                  </a:cubicBezTo>
                  <a:cubicBezTo>
                    <a:pt x="2886710" y="702310"/>
                    <a:pt x="2882900" y="739140"/>
                    <a:pt x="2886710" y="745490"/>
                  </a:cubicBezTo>
                  <a:cubicBezTo>
                    <a:pt x="2887980" y="746760"/>
                    <a:pt x="2890520" y="745490"/>
                    <a:pt x="2891790" y="748030"/>
                  </a:cubicBezTo>
                  <a:cubicBezTo>
                    <a:pt x="2898140" y="758190"/>
                    <a:pt x="2910840" y="843280"/>
                    <a:pt x="2912110" y="868680"/>
                  </a:cubicBezTo>
                  <a:cubicBezTo>
                    <a:pt x="2913380" y="880110"/>
                    <a:pt x="2912110" y="890270"/>
                    <a:pt x="2912110" y="895350"/>
                  </a:cubicBezTo>
                  <a:cubicBezTo>
                    <a:pt x="2913380" y="896620"/>
                    <a:pt x="2914650" y="897890"/>
                    <a:pt x="2914650" y="899160"/>
                  </a:cubicBezTo>
                  <a:cubicBezTo>
                    <a:pt x="2915920" y="900430"/>
                    <a:pt x="2918460" y="906780"/>
                    <a:pt x="2918460" y="906780"/>
                  </a:cubicBezTo>
                  <a:cubicBezTo>
                    <a:pt x="2918460" y="906780"/>
                    <a:pt x="2921000" y="911860"/>
                    <a:pt x="2921000" y="914400"/>
                  </a:cubicBezTo>
                  <a:cubicBezTo>
                    <a:pt x="2922270" y="916940"/>
                    <a:pt x="2923540" y="922020"/>
                    <a:pt x="2923540" y="923290"/>
                  </a:cubicBezTo>
                  <a:cubicBezTo>
                    <a:pt x="2923540" y="923290"/>
                    <a:pt x="2923540" y="928370"/>
                    <a:pt x="2923540" y="930910"/>
                  </a:cubicBezTo>
                  <a:cubicBezTo>
                    <a:pt x="2923540" y="934720"/>
                    <a:pt x="2923540" y="939800"/>
                    <a:pt x="2923540" y="939800"/>
                  </a:cubicBezTo>
                  <a:cubicBezTo>
                    <a:pt x="2923540" y="939800"/>
                    <a:pt x="2923540" y="942340"/>
                    <a:pt x="2923540" y="942340"/>
                  </a:cubicBezTo>
                  <a:cubicBezTo>
                    <a:pt x="2923540" y="943610"/>
                    <a:pt x="2924810" y="942340"/>
                    <a:pt x="2926080" y="942340"/>
                  </a:cubicBezTo>
                  <a:cubicBezTo>
                    <a:pt x="2928620" y="942340"/>
                    <a:pt x="2933700" y="942340"/>
                    <a:pt x="2934970" y="942340"/>
                  </a:cubicBezTo>
                  <a:cubicBezTo>
                    <a:pt x="2934970" y="942340"/>
                    <a:pt x="2940050" y="943610"/>
                    <a:pt x="2942590" y="944880"/>
                  </a:cubicBezTo>
                  <a:cubicBezTo>
                    <a:pt x="2945130" y="944880"/>
                    <a:pt x="2950210" y="946150"/>
                    <a:pt x="2950210" y="947420"/>
                  </a:cubicBezTo>
                  <a:cubicBezTo>
                    <a:pt x="2950210" y="947420"/>
                    <a:pt x="2955290" y="949960"/>
                    <a:pt x="2957830" y="951230"/>
                  </a:cubicBezTo>
                  <a:cubicBezTo>
                    <a:pt x="2960370" y="952500"/>
                    <a:pt x="2964180" y="953770"/>
                    <a:pt x="2964180" y="953770"/>
                  </a:cubicBezTo>
                  <a:cubicBezTo>
                    <a:pt x="2964180" y="953770"/>
                    <a:pt x="2964180" y="953770"/>
                    <a:pt x="2964180" y="955040"/>
                  </a:cubicBezTo>
                  <a:cubicBezTo>
                    <a:pt x="2964180" y="955040"/>
                    <a:pt x="2967990" y="957580"/>
                    <a:pt x="2970530" y="960120"/>
                  </a:cubicBezTo>
                  <a:cubicBezTo>
                    <a:pt x="2973070" y="961390"/>
                    <a:pt x="2976880" y="965200"/>
                    <a:pt x="2976880" y="965200"/>
                  </a:cubicBezTo>
                  <a:cubicBezTo>
                    <a:pt x="2976880" y="965200"/>
                    <a:pt x="2979420" y="970280"/>
                    <a:pt x="2980690" y="971550"/>
                  </a:cubicBezTo>
                  <a:cubicBezTo>
                    <a:pt x="2983230" y="974090"/>
                    <a:pt x="2985770" y="979170"/>
                    <a:pt x="2985770" y="979170"/>
                  </a:cubicBezTo>
                  <a:cubicBezTo>
                    <a:pt x="2985770" y="979170"/>
                    <a:pt x="2988310" y="984250"/>
                    <a:pt x="2988310" y="986790"/>
                  </a:cubicBezTo>
                  <a:cubicBezTo>
                    <a:pt x="2989580" y="989330"/>
                    <a:pt x="2992120" y="993140"/>
                    <a:pt x="2992120" y="994410"/>
                  </a:cubicBezTo>
                  <a:cubicBezTo>
                    <a:pt x="2992120" y="994410"/>
                    <a:pt x="2992120" y="999490"/>
                    <a:pt x="2992120" y="1002030"/>
                  </a:cubicBezTo>
                  <a:cubicBezTo>
                    <a:pt x="2993390" y="1004570"/>
                    <a:pt x="2993390" y="1009650"/>
                    <a:pt x="2993390" y="1009650"/>
                  </a:cubicBezTo>
                  <a:cubicBezTo>
                    <a:pt x="2993390" y="1009650"/>
                    <a:pt x="2992120" y="1014730"/>
                    <a:pt x="2992120" y="1018540"/>
                  </a:cubicBezTo>
                  <a:cubicBezTo>
                    <a:pt x="2992120" y="1021080"/>
                    <a:pt x="2990850" y="1026160"/>
                    <a:pt x="2990850" y="1026160"/>
                  </a:cubicBezTo>
                  <a:cubicBezTo>
                    <a:pt x="2990850" y="1026160"/>
                    <a:pt x="2989580" y="1031240"/>
                    <a:pt x="2988310" y="1033780"/>
                  </a:cubicBezTo>
                  <a:cubicBezTo>
                    <a:pt x="2987040" y="1036320"/>
                    <a:pt x="2985770" y="1041400"/>
                    <a:pt x="2985770" y="1041400"/>
                  </a:cubicBezTo>
                  <a:cubicBezTo>
                    <a:pt x="2985770" y="1041400"/>
                    <a:pt x="2981960" y="1045210"/>
                    <a:pt x="2980690" y="1047750"/>
                  </a:cubicBezTo>
                  <a:cubicBezTo>
                    <a:pt x="2979420" y="1050290"/>
                    <a:pt x="2976880" y="1054100"/>
                    <a:pt x="2976880" y="1054100"/>
                  </a:cubicBezTo>
                  <a:cubicBezTo>
                    <a:pt x="2975610" y="1054100"/>
                    <a:pt x="2970530" y="1059180"/>
                    <a:pt x="2970530" y="1060450"/>
                  </a:cubicBezTo>
                  <a:cubicBezTo>
                    <a:pt x="2970530" y="1060450"/>
                    <a:pt x="2973070" y="1057910"/>
                    <a:pt x="2973070" y="1057910"/>
                  </a:cubicBezTo>
                  <a:cubicBezTo>
                    <a:pt x="2973070" y="1057910"/>
                    <a:pt x="2979420" y="1057910"/>
                    <a:pt x="2981960" y="1056640"/>
                  </a:cubicBezTo>
                  <a:cubicBezTo>
                    <a:pt x="2985770" y="1056640"/>
                    <a:pt x="2990850" y="1055370"/>
                    <a:pt x="2990850" y="1055370"/>
                  </a:cubicBezTo>
                  <a:cubicBezTo>
                    <a:pt x="2990850" y="1055370"/>
                    <a:pt x="2997200" y="1055370"/>
                    <a:pt x="2999740" y="1055370"/>
                  </a:cubicBezTo>
                  <a:cubicBezTo>
                    <a:pt x="3003550" y="1055370"/>
                    <a:pt x="3008630" y="1056640"/>
                    <a:pt x="3008630" y="1056640"/>
                  </a:cubicBezTo>
                  <a:cubicBezTo>
                    <a:pt x="3008630" y="1056640"/>
                    <a:pt x="3014980" y="1057910"/>
                    <a:pt x="3017520" y="1059180"/>
                  </a:cubicBezTo>
                  <a:cubicBezTo>
                    <a:pt x="3020060" y="1059180"/>
                    <a:pt x="3026410" y="1061720"/>
                    <a:pt x="3026410" y="1061720"/>
                  </a:cubicBezTo>
                  <a:cubicBezTo>
                    <a:pt x="3026410" y="1061720"/>
                    <a:pt x="3031490" y="1064260"/>
                    <a:pt x="3034030" y="1065530"/>
                  </a:cubicBezTo>
                  <a:cubicBezTo>
                    <a:pt x="3036570" y="1068070"/>
                    <a:pt x="3041650" y="1070610"/>
                    <a:pt x="3041650" y="1070610"/>
                  </a:cubicBezTo>
                  <a:cubicBezTo>
                    <a:pt x="3041650" y="1070610"/>
                    <a:pt x="3045460" y="1074420"/>
                    <a:pt x="3048000" y="1076960"/>
                  </a:cubicBezTo>
                  <a:cubicBezTo>
                    <a:pt x="3050540" y="1079500"/>
                    <a:pt x="3054350" y="1083310"/>
                    <a:pt x="3054350" y="1083310"/>
                  </a:cubicBezTo>
                  <a:cubicBezTo>
                    <a:pt x="3054350" y="1083310"/>
                    <a:pt x="3058160" y="1088390"/>
                    <a:pt x="3059430" y="1090930"/>
                  </a:cubicBezTo>
                  <a:cubicBezTo>
                    <a:pt x="3060700" y="1093470"/>
                    <a:pt x="3064510" y="1098550"/>
                    <a:pt x="3064510" y="1098550"/>
                  </a:cubicBezTo>
                  <a:cubicBezTo>
                    <a:pt x="3064510" y="1098550"/>
                    <a:pt x="3065780" y="1104900"/>
                    <a:pt x="3067050" y="1107440"/>
                  </a:cubicBezTo>
                  <a:cubicBezTo>
                    <a:pt x="3067050" y="1109980"/>
                    <a:pt x="3069590" y="1115060"/>
                    <a:pt x="3069590" y="1116330"/>
                  </a:cubicBezTo>
                  <a:cubicBezTo>
                    <a:pt x="3069590" y="1116330"/>
                    <a:pt x="3069590" y="1121410"/>
                    <a:pt x="3069590" y="1125220"/>
                  </a:cubicBezTo>
                  <a:cubicBezTo>
                    <a:pt x="3070860" y="1127760"/>
                    <a:pt x="3070860" y="1134110"/>
                    <a:pt x="3070860" y="1134110"/>
                  </a:cubicBezTo>
                  <a:cubicBezTo>
                    <a:pt x="3070860" y="1134110"/>
                    <a:pt x="3069590" y="1139190"/>
                    <a:pt x="3069590" y="1143000"/>
                  </a:cubicBezTo>
                  <a:cubicBezTo>
                    <a:pt x="3068320" y="1145540"/>
                    <a:pt x="3067050" y="1151890"/>
                    <a:pt x="3067050" y="1151890"/>
                  </a:cubicBezTo>
                  <a:cubicBezTo>
                    <a:pt x="3067050" y="1151890"/>
                    <a:pt x="3064510" y="1156970"/>
                    <a:pt x="3063240" y="1159510"/>
                  </a:cubicBezTo>
                  <a:cubicBezTo>
                    <a:pt x="3063240" y="1162050"/>
                    <a:pt x="3060700" y="1168400"/>
                    <a:pt x="3060700" y="1168400"/>
                  </a:cubicBezTo>
                  <a:cubicBezTo>
                    <a:pt x="3060700" y="1168400"/>
                    <a:pt x="3056890" y="1172210"/>
                    <a:pt x="3054350" y="1174750"/>
                  </a:cubicBezTo>
                  <a:cubicBezTo>
                    <a:pt x="3053080" y="1177290"/>
                    <a:pt x="3049270" y="1182370"/>
                    <a:pt x="3049270" y="1182370"/>
                  </a:cubicBezTo>
                  <a:cubicBezTo>
                    <a:pt x="3049270" y="1182370"/>
                    <a:pt x="3044190" y="1186180"/>
                    <a:pt x="3041650" y="1187450"/>
                  </a:cubicBezTo>
                  <a:cubicBezTo>
                    <a:pt x="3040380" y="1189990"/>
                    <a:pt x="3035300" y="1193800"/>
                    <a:pt x="3035300" y="1193800"/>
                  </a:cubicBezTo>
                  <a:cubicBezTo>
                    <a:pt x="3035300" y="1193800"/>
                    <a:pt x="3035300" y="1262380"/>
                    <a:pt x="3021330" y="1295400"/>
                  </a:cubicBezTo>
                  <a:cubicBezTo>
                    <a:pt x="3007360" y="1333500"/>
                    <a:pt x="2959100" y="1383030"/>
                    <a:pt x="2943860" y="1407160"/>
                  </a:cubicBezTo>
                  <a:cubicBezTo>
                    <a:pt x="2937510" y="1417320"/>
                    <a:pt x="2928620" y="1424940"/>
                    <a:pt x="2931160" y="1431290"/>
                  </a:cubicBezTo>
                  <a:cubicBezTo>
                    <a:pt x="2936240" y="1440180"/>
                    <a:pt x="2973070" y="1432560"/>
                    <a:pt x="2998470" y="1442720"/>
                  </a:cubicBezTo>
                  <a:cubicBezTo>
                    <a:pt x="3036570" y="1459230"/>
                    <a:pt x="3114040" y="1494790"/>
                    <a:pt x="3129280" y="1532890"/>
                  </a:cubicBezTo>
                  <a:cubicBezTo>
                    <a:pt x="3143250" y="1568450"/>
                    <a:pt x="3122930" y="1634490"/>
                    <a:pt x="3098800" y="1661160"/>
                  </a:cubicBezTo>
                  <a:cubicBezTo>
                    <a:pt x="3078480" y="1684020"/>
                    <a:pt x="3036570" y="1691640"/>
                    <a:pt x="3006090" y="1692910"/>
                  </a:cubicBezTo>
                  <a:cubicBezTo>
                    <a:pt x="2979420" y="1694180"/>
                    <a:pt x="2955290" y="1685290"/>
                    <a:pt x="2927350" y="1673860"/>
                  </a:cubicBezTo>
                  <a:cubicBezTo>
                    <a:pt x="2891790" y="1659890"/>
                    <a:pt x="2852420" y="1625600"/>
                    <a:pt x="2815590" y="1606550"/>
                  </a:cubicBezTo>
                  <a:cubicBezTo>
                    <a:pt x="2782570" y="1590040"/>
                    <a:pt x="2734310" y="1574800"/>
                    <a:pt x="2715260" y="1567180"/>
                  </a:cubicBezTo>
                  <a:cubicBezTo>
                    <a:pt x="2707640" y="1563370"/>
                    <a:pt x="2703830" y="1558290"/>
                    <a:pt x="2700020" y="1559560"/>
                  </a:cubicBezTo>
                  <a:cubicBezTo>
                    <a:pt x="2696210" y="1560830"/>
                    <a:pt x="2696210" y="1563370"/>
                    <a:pt x="2693670" y="1568450"/>
                  </a:cubicBezTo>
                  <a:cubicBezTo>
                    <a:pt x="2684780" y="1583690"/>
                    <a:pt x="2677160" y="1645920"/>
                    <a:pt x="2649220" y="1671320"/>
                  </a:cubicBezTo>
                  <a:cubicBezTo>
                    <a:pt x="2616200" y="1701800"/>
                    <a:pt x="2524760" y="1737360"/>
                    <a:pt x="2494280" y="1723390"/>
                  </a:cubicBezTo>
                  <a:cubicBezTo>
                    <a:pt x="2471420" y="1713230"/>
                    <a:pt x="2459990" y="1671320"/>
                    <a:pt x="2458720" y="1642110"/>
                  </a:cubicBezTo>
                  <a:cubicBezTo>
                    <a:pt x="2458720" y="1611630"/>
                    <a:pt x="2487930" y="1565910"/>
                    <a:pt x="2498090" y="1541780"/>
                  </a:cubicBezTo>
                  <a:cubicBezTo>
                    <a:pt x="2503170" y="1529080"/>
                    <a:pt x="2517140" y="1516380"/>
                    <a:pt x="2513330" y="1510030"/>
                  </a:cubicBezTo>
                  <a:cubicBezTo>
                    <a:pt x="2506980" y="1501140"/>
                    <a:pt x="2458720" y="1506220"/>
                    <a:pt x="2428240" y="1512570"/>
                  </a:cubicBezTo>
                  <a:cubicBezTo>
                    <a:pt x="2392680" y="1518920"/>
                    <a:pt x="2352040" y="1546860"/>
                    <a:pt x="2311400" y="1557020"/>
                  </a:cubicBezTo>
                  <a:cubicBezTo>
                    <a:pt x="2270760" y="1567180"/>
                    <a:pt x="2219960" y="1587500"/>
                    <a:pt x="2184400" y="1573530"/>
                  </a:cubicBezTo>
                  <a:cubicBezTo>
                    <a:pt x="2147570" y="1559560"/>
                    <a:pt x="2106930" y="1510030"/>
                    <a:pt x="2092960" y="1469390"/>
                  </a:cubicBezTo>
                  <a:cubicBezTo>
                    <a:pt x="2080260" y="1430020"/>
                    <a:pt x="2096770" y="1367790"/>
                    <a:pt x="2103120" y="1333500"/>
                  </a:cubicBezTo>
                  <a:cubicBezTo>
                    <a:pt x="2106930" y="1313180"/>
                    <a:pt x="2122170" y="1296670"/>
                    <a:pt x="2117090" y="1285240"/>
                  </a:cubicBezTo>
                  <a:cubicBezTo>
                    <a:pt x="2112010" y="1272540"/>
                    <a:pt x="2087880" y="1270000"/>
                    <a:pt x="2071370" y="1261110"/>
                  </a:cubicBezTo>
                  <a:cubicBezTo>
                    <a:pt x="2051050" y="1250950"/>
                    <a:pt x="2018030" y="1229360"/>
                    <a:pt x="2004060" y="1226820"/>
                  </a:cubicBezTo>
                  <a:cubicBezTo>
                    <a:pt x="1998980" y="1226820"/>
                    <a:pt x="1998980" y="1229360"/>
                    <a:pt x="1991360" y="1230630"/>
                  </a:cubicBezTo>
                  <a:cubicBezTo>
                    <a:pt x="1967230" y="1233170"/>
                    <a:pt x="1828800" y="1223010"/>
                    <a:pt x="1827530" y="1223010"/>
                  </a:cubicBezTo>
                  <a:cubicBezTo>
                    <a:pt x="1827530" y="1223010"/>
                    <a:pt x="1822450" y="1224280"/>
                    <a:pt x="1819910" y="1224280"/>
                  </a:cubicBezTo>
                  <a:cubicBezTo>
                    <a:pt x="1817370" y="1224280"/>
                    <a:pt x="1812290" y="1225550"/>
                    <a:pt x="1812290" y="1225550"/>
                  </a:cubicBezTo>
                  <a:cubicBezTo>
                    <a:pt x="1812290" y="1225550"/>
                    <a:pt x="1807210" y="1224280"/>
                    <a:pt x="1804670" y="1224280"/>
                  </a:cubicBezTo>
                  <a:cubicBezTo>
                    <a:pt x="1802130" y="1224280"/>
                    <a:pt x="1797050" y="1223010"/>
                    <a:pt x="1797050" y="1223010"/>
                  </a:cubicBezTo>
                  <a:cubicBezTo>
                    <a:pt x="1797050" y="1223010"/>
                    <a:pt x="1794510" y="1221740"/>
                    <a:pt x="1789430" y="1220470"/>
                  </a:cubicBezTo>
                  <a:cubicBezTo>
                    <a:pt x="1772920" y="1217930"/>
                    <a:pt x="1691640" y="1220470"/>
                    <a:pt x="1645920" y="1219200"/>
                  </a:cubicBezTo>
                  <a:cubicBezTo>
                    <a:pt x="1602740" y="1219200"/>
                    <a:pt x="1540510" y="1216660"/>
                    <a:pt x="1521460" y="1217930"/>
                  </a:cubicBezTo>
                  <a:cubicBezTo>
                    <a:pt x="1516380" y="1219200"/>
                    <a:pt x="1516380" y="1219200"/>
                    <a:pt x="1510030" y="1220470"/>
                  </a:cubicBezTo>
                  <a:cubicBezTo>
                    <a:pt x="1487170" y="1223010"/>
                    <a:pt x="1393190" y="1239520"/>
                    <a:pt x="1334770" y="1245870"/>
                  </a:cubicBezTo>
                  <a:cubicBezTo>
                    <a:pt x="1278890" y="1250950"/>
                    <a:pt x="1221740" y="1253490"/>
                    <a:pt x="1169670" y="1256030"/>
                  </a:cubicBezTo>
                  <a:cubicBezTo>
                    <a:pt x="1125220" y="1258570"/>
                    <a:pt x="1082040" y="1261110"/>
                    <a:pt x="1042670" y="1262380"/>
                  </a:cubicBezTo>
                  <a:cubicBezTo>
                    <a:pt x="1008380" y="1263650"/>
                    <a:pt x="962660" y="1267460"/>
                    <a:pt x="946150" y="1266190"/>
                  </a:cubicBezTo>
                  <a:cubicBezTo>
                    <a:pt x="939800" y="1266190"/>
                    <a:pt x="935990" y="1262380"/>
                    <a:pt x="934720" y="1263650"/>
                  </a:cubicBezTo>
                  <a:cubicBezTo>
                    <a:pt x="930910" y="1266190"/>
                    <a:pt x="932180" y="1281430"/>
                    <a:pt x="932180" y="1281430"/>
                  </a:cubicBezTo>
                  <a:cubicBezTo>
                    <a:pt x="932180" y="1281430"/>
                    <a:pt x="933450" y="1286510"/>
                    <a:pt x="934720" y="1289050"/>
                  </a:cubicBezTo>
                  <a:cubicBezTo>
                    <a:pt x="934720" y="1291590"/>
                    <a:pt x="935990" y="1296670"/>
                    <a:pt x="935990" y="1296670"/>
                  </a:cubicBezTo>
                  <a:cubicBezTo>
                    <a:pt x="935990" y="1296670"/>
                    <a:pt x="935990" y="1301750"/>
                    <a:pt x="934720" y="1305560"/>
                  </a:cubicBezTo>
                  <a:cubicBezTo>
                    <a:pt x="934720" y="1308100"/>
                    <a:pt x="934720" y="1313180"/>
                    <a:pt x="934720" y="1313180"/>
                  </a:cubicBezTo>
                  <a:cubicBezTo>
                    <a:pt x="934720" y="1313180"/>
                    <a:pt x="933450" y="1318260"/>
                    <a:pt x="932180" y="1320800"/>
                  </a:cubicBezTo>
                  <a:cubicBezTo>
                    <a:pt x="932180" y="1323340"/>
                    <a:pt x="929640" y="1328420"/>
                    <a:pt x="929640" y="1328420"/>
                  </a:cubicBezTo>
                  <a:cubicBezTo>
                    <a:pt x="929640" y="1328420"/>
                    <a:pt x="927100" y="1333500"/>
                    <a:pt x="925830" y="1334770"/>
                  </a:cubicBezTo>
                  <a:cubicBezTo>
                    <a:pt x="924560" y="1337310"/>
                    <a:pt x="922020" y="1342390"/>
                    <a:pt x="922020" y="1342390"/>
                  </a:cubicBezTo>
                  <a:cubicBezTo>
                    <a:pt x="922020" y="1342390"/>
                    <a:pt x="918210" y="1346200"/>
                    <a:pt x="915670" y="1347470"/>
                  </a:cubicBezTo>
                  <a:cubicBezTo>
                    <a:pt x="914400" y="1350010"/>
                    <a:pt x="910590" y="1353820"/>
                    <a:pt x="910590" y="1353820"/>
                  </a:cubicBezTo>
                  <a:cubicBezTo>
                    <a:pt x="910590" y="1353820"/>
                    <a:pt x="905510" y="1356360"/>
                    <a:pt x="902970" y="1357630"/>
                  </a:cubicBezTo>
                  <a:cubicBezTo>
                    <a:pt x="901700" y="1358900"/>
                    <a:pt x="896620" y="1361440"/>
                    <a:pt x="896620" y="1361440"/>
                  </a:cubicBezTo>
                  <a:cubicBezTo>
                    <a:pt x="896620" y="1361440"/>
                    <a:pt x="891540" y="1363980"/>
                    <a:pt x="889000" y="1363980"/>
                  </a:cubicBezTo>
                  <a:cubicBezTo>
                    <a:pt x="886460" y="1365250"/>
                    <a:pt x="881380" y="1366520"/>
                    <a:pt x="881380" y="1366520"/>
                  </a:cubicBezTo>
                  <a:cubicBezTo>
                    <a:pt x="881380" y="1366520"/>
                    <a:pt x="876300" y="1366520"/>
                    <a:pt x="873760" y="1367790"/>
                  </a:cubicBezTo>
                  <a:cubicBezTo>
                    <a:pt x="871220" y="1367790"/>
                    <a:pt x="864870" y="1367790"/>
                    <a:pt x="864870" y="1367790"/>
                  </a:cubicBezTo>
                  <a:cubicBezTo>
                    <a:pt x="864870" y="1367790"/>
                    <a:pt x="859790" y="1366520"/>
                    <a:pt x="857250" y="1366520"/>
                  </a:cubicBezTo>
                  <a:cubicBezTo>
                    <a:pt x="854710" y="1365250"/>
                    <a:pt x="849630" y="1365250"/>
                    <a:pt x="849630" y="1365250"/>
                  </a:cubicBezTo>
                  <a:cubicBezTo>
                    <a:pt x="849630" y="1365250"/>
                    <a:pt x="844550" y="1362710"/>
                    <a:pt x="842010" y="1361440"/>
                  </a:cubicBezTo>
                  <a:cubicBezTo>
                    <a:pt x="839470" y="1360170"/>
                    <a:pt x="834390" y="1358900"/>
                    <a:pt x="834390" y="1358900"/>
                  </a:cubicBezTo>
                  <a:cubicBezTo>
                    <a:pt x="834390" y="1357630"/>
                    <a:pt x="830580" y="1355090"/>
                    <a:pt x="828040" y="1353820"/>
                  </a:cubicBezTo>
                  <a:cubicBezTo>
                    <a:pt x="826770" y="1351280"/>
                    <a:pt x="821690" y="1348740"/>
                    <a:pt x="821690" y="1348740"/>
                  </a:cubicBezTo>
                  <a:cubicBezTo>
                    <a:pt x="821690" y="1348740"/>
                    <a:pt x="819150" y="1343660"/>
                    <a:pt x="816610" y="1342390"/>
                  </a:cubicBezTo>
                  <a:cubicBezTo>
                    <a:pt x="815340" y="1339850"/>
                    <a:pt x="812800" y="1336040"/>
                    <a:pt x="812800" y="1336040"/>
                  </a:cubicBezTo>
                  <a:cubicBezTo>
                    <a:pt x="812800" y="1336040"/>
                    <a:pt x="810260" y="1330960"/>
                    <a:pt x="808990" y="1328420"/>
                  </a:cubicBezTo>
                  <a:cubicBezTo>
                    <a:pt x="807720" y="1325880"/>
                    <a:pt x="805180" y="1320800"/>
                    <a:pt x="805180" y="1320800"/>
                  </a:cubicBezTo>
                  <a:cubicBezTo>
                    <a:pt x="805180" y="1320800"/>
                    <a:pt x="800100" y="1282700"/>
                    <a:pt x="792480" y="1277620"/>
                  </a:cubicBezTo>
                  <a:cubicBezTo>
                    <a:pt x="787400" y="1273810"/>
                    <a:pt x="781050" y="1280160"/>
                    <a:pt x="772160" y="1281430"/>
                  </a:cubicBezTo>
                  <a:cubicBezTo>
                    <a:pt x="749300" y="1282700"/>
                    <a:pt x="660400" y="1283970"/>
                    <a:pt x="659130" y="1283970"/>
                  </a:cubicBezTo>
                  <a:cubicBezTo>
                    <a:pt x="659130" y="1283970"/>
                    <a:pt x="654050" y="1283970"/>
                    <a:pt x="651510" y="1283970"/>
                  </a:cubicBezTo>
                  <a:cubicBezTo>
                    <a:pt x="648970" y="1283970"/>
                    <a:pt x="643890" y="1282700"/>
                    <a:pt x="643890" y="1282700"/>
                  </a:cubicBezTo>
                  <a:cubicBezTo>
                    <a:pt x="643890" y="1282700"/>
                    <a:pt x="638810" y="1281430"/>
                    <a:pt x="636270" y="1281430"/>
                  </a:cubicBezTo>
                  <a:cubicBezTo>
                    <a:pt x="633730" y="1280160"/>
                    <a:pt x="628650" y="1278890"/>
                    <a:pt x="628650" y="1278890"/>
                  </a:cubicBezTo>
                  <a:cubicBezTo>
                    <a:pt x="628650" y="1278890"/>
                    <a:pt x="623570" y="1276350"/>
                    <a:pt x="621030" y="1275080"/>
                  </a:cubicBezTo>
                  <a:cubicBezTo>
                    <a:pt x="618490" y="1273810"/>
                    <a:pt x="614680" y="1271270"/>
                    <a:pt x="614680" y="1271270"/>
                  </a:cubicBezTo>
                  <a:cubicBezTo>
                    <a:pt x="614680" y="1271270"/>
                    <a:pt x="610870" y="1267460"/>
                    <a:pt x="608330" y="1266190"/>
                  </a:cubicBezTo>
                  <a:cubicBezTo>
                    <a:pt x="607060" y="1263650"/>
                    <a:pt x="603250" y="1261110"/>
                    <a:pt x="601980" y="1259840"/>
                  </a:cubicBezTo>
                  <a:cubicBezTo>
                    <a:pt x="601980" y="1259840"/>
                    <a:pt x="599440" y="1256030"/>
                    <a:pt x="598170" y="1253490"/>
                  </a:cubicBezTo>
                  <a:cubicBezTo>
                    <a:pt x="596900" y="1250950"/>
                    <a:pt x="594360" y="1247140"/>
                    <a:pt x="594360" y="1247140"/>
                  </a:cubicBezTo>
                  <a:cubicBezTo>
                    <a:pt x="594360" y="1247140"/>
                    <a:pt x="591820" y="1242060"/>
                    <a:pt x="590550" y="1239520"/>
                  </a:cubicBezTo>
                  <a:cubicBezTo>
                    <a:pt x="590550" y="1236980"/>
                    <a:pt x="588010" y="1231900"/>
                    <a:pt x="588010" y="1231900"/>
                  </a:cubicBezTo>
                  <a:cubicBezTo>
                    <a:pt x="588010" y="1231900"/>
                    <a:pt x="588010" y="1226820"/>
                    <a:pt x="588010" y="1224280"/>
                  </a:cubicBezTo>
                  <a:cubicBezTo>
                    <a:pt x="588010" y="1221740"/>
                    <a:pt x="586740" y="1216660"/>
                    <a:pt x="586740" y="1216660"/>
                  </a:cubicBezTo>
                  <a:cubicBezTo>
                    <a:pt x="586740" y="1215390"/>
                    <a:pt x="588010" y="1210310"/>
                    <a:pt x="588010" y="1207770"/>
                  </a:cubicBezTo>
                  <a:cubicBezTo>
                    <a:pt x="588010" y="1205230"/>
                    <a:pt x="589280" y="1200150"/>
                    <a:pt x="589280" y="1200150"/>
                  </a:cubicBezTo>
                  <a:cubicBezTo>
                    <a:pt x="589280" y="1200150"/>
                    <a:pt x="591820" y="1195070"/>
                    <a:pt x="591820" y="1192530"/>
                  </a:cubicBezTo>
                  <a:cubicBezTo>
                    <a:pt x="593090" y="1189990"/>
                    <a:pt x="595630" y="1186180"/>
                    <a:pt x="595630" y="1184910"/>
                  </a:cubicBezTo>
                  <a:cubicBezTo>
                    <a:pt x="595630" y="1184910"/>
                    <a:pt x="598170" y="1181100"/>
                    <a:pt x="599440" y="1178560"/>
                  </a:cubicBezTo>
                  <a:cubicBezTo>
                    <a:pt x="601980" y="1177290"/>
                    <a:pt x="604520" y="1172210"/>
                    <a:pt x="604520" y="1172210"/>
                  </a:cubicBezTo>
                  <a:cubicBezTo>
                    <a:pt x="604520" y="1172210"/>
                    <a:pt x="608330" y="1169670"/>
                    <a:pt x="610870" y="1167130"/>
                  </a:cubicBezTo>
                  <a:cubicBezTo>
                    <a:pt x="612140" y="1165860"/>
                    <a:pt x="617220" y="1162050"/>
                    <a:pt x="617220" y="1162050"/>
                  </a:cubicBezTo>
                  <a:cubicBezTo>
                    <a:pt x="617220" y="1162050"/>
                    <a:pt x="621030" y="1159510"/>
                    <a:pt x="623570" y="1158240"/>
                  </a:cubicBezTo>
                  <a:cubicBezTo>
                    <a:pt x="626110" y="1156970"/>
                    <a:pt x="631190" y="1155700"/>
                    <a:pt x="631190" y="1155700"/>
                  </a:cubicBezTo>
                  <a:cubicBezTo>
                    <a:pt x="631190" y="1154430"/>
                    <a:pt x="636270" y="1154430"/>
                    <a:pt x="638810" y="1153160"/>
                  </a:cubicBezTo>
                  <a:cubicBezTo>
                    <a:pt x="641350" y="1153160"/>
                    <a:pt x="642620" y="1153160"/>
                    <a:pt x="646430" y="1151890"/>
                  </a:cubicBezTo>
                  <a:cubicBezTo>
                    <a:pt x="654050" y="1149350"/>
                    <a:pt x="678180" y="1136650"/>
                    <a:pt x="683260" y="1135380"/>
                  </a:cubicBezTo>
                  <a:cubicBezTo>
                    <a:pt x="684530" y="1135380"/>
                    <a:pt x="684530" y="1135380"/>
                    <a:pt x="684530" y="1135380"/>
                  </a:cubicBezTo>
                  <a:cubicBezTo>
                    <a:pt x="685800" y="1134110"/>
                    <a:pt x="681990" y="1125220"/>
                    <a:pt x="681990" y="1116330"/>
                  </a:cubicBezTo>
                  <a:cubicBezTo>
                    <a:pt x="679450" y="1097280"/>
                    <a:pt x="680720" y="1057910"/>
                    <a:pt x="679450" y="1026160"/>
                  </a:cubicBezTo>
                  <a:cubicBezTo>
                    <a:pt x="678180" y="991870"/>
                    <a:pt x="675640" y="946150"/>
                    <a:pt x="673100" y="916940"/>
                  </a:cubicBezTo>
                  <a:cubicBezTo>
                    <a:pt x="670560" y="897890"/>
                    <a:pt x="674370" y="878840"/>
                    <a:pt x="666750" y="869950"/>
                  </a:cubicBezTo>
                  <a:cubicBezTo>
                    <a:pt x="660400" y="863600"/>
                    <a:pt x="647700" y="867410"/>
                    <a:pt x="638810" y="864870"/>
                  </a:cubicBezTo>
                  <a:cubicBezTo>
                    <a:pt x="629920" y="862330"/>
                    <a:pt x="617220" y="854710"/>
                    <a:pt x="612140" y="855980"/>
                  </a:cubicBezTo>
                  <a:cubicBezTo>
                    <a:pt x="609600" y="857250"/>
                    <a:pt x="607060" y="863600"/>
                    <a:pt x="607060" y="863600"/>
                  </a:cubicBezTo>
                  <a:cubicBezTo>
                    <a:pt x="607060" y="863600"/>
                    <a:pt x="601980" y="867410"/>
                    <a:pt x="599440" y="868680"/>
                  </a:cubicBezTo>
                  <a:cubicBezTo>
                    <a:pt x="596900" y="869950"/>
                    <a:pt x="593090" y="873760"/>
                    <a:pt x="591820" y="873760"/>
                  </a:cubicBezTo>
                  <a:cubicBezTo>
                    <a:pt x="591820" y="873760"/>
                    <a:pt x="586740" y="876300"/>
                    <a:pt x="584200" y="877570"/>
                  </a:cubicBezTo>
                  <a:cubicBezTo>
                    <a:pt x="581660" y="878840"/>
                    <a:pt x="576580" y="881380"/>
                    <a:pt x="575310" y="881380"/>
                  </a:cubicBezTo>
                  <a:cubicBezTo>
                    <a:pt x="575310" y="881380"/>
                    <a:pt x="570230" y="881380"/>
                    <a:pt x="567690" y="882650"/>
                  </a:cubicBezTo>
                  <a:cubicBezTo>
                    <a:pt x="563880" y="882650"/>
                    <a:pt x="558800" y="883920"/>
                    <a:pt x="558800" y="883920"/>
                  </a:cubicBezTo>
                  <a:cubicBezTo>
                    <a:pt x="557530" y="883920"/>
                    <a:pt x="552450" y="883920"/>
                    <a:pt x="549910" y="882650"/>
                  </a:cubicBezTo>
                  <a:cubicBezTo>
                    <a:pt x="546100" y="882650"/>
                    <a:pt x="541020" y="882650"/>
                    <a:pt x="539750" y="882650"/>
                  </a:cubicBezTo>
                  <a:cubicBezTo>
                    <a:pt x="539750" y="882650"/>
                    <a:pt x="534670" y="880110"/>
                    <a:pt x="532130" y="880110"/>
                  </a:cubicBezTo>
                  <a:cubicBezTo>
                    <a:pt x="529590" y="878840"/>
                    <a:pt x="523240" y="876300"/>
                    <a:pt x="523240" y="876300"/>
                  </a:cubicBezTo>
                  <a:cubicBezTo>
                    <a:pt x="523240" y="876300"/>
                    <a:pt x="518160" y="873760"/>
                    <a:pt x="515620" y="872490"/>
                  </a:cubicBezTo>
                  <a:cubicBezTo>
                    <a:pt x="513080" y="869950"/>
                    <a:pt x="508000" y="867410"/>
                    <a:pt x="508000" y="867410"/>
                  </a:cubicBezTo>
                  <a:cubicBezTo>
                    <a:pt x="508000" y="867410"/>
                    <a:pt x="504190" y="862330"/>
                    <a:pt x="501650" y="861060"/>
                  </a:cubicBezTo>
                  <a:cubicBezTo>
                    <a:pt x="500380" y="858520"/>
                    <a:pt x="495300" y="854710"/>
                    <a:pt x="495300" y="854710"/>
                  </a:cubicBezTo>
                  <a:cubicBezTo>
                    <a:pt x="495300" y="853440"/>
                    <a:pt x="492760" y="848360"/>
                    <a:pt x="491490" y="845820"/>
                  </a:cubicBezTo>
                  <a:cubicBezTo>
                    <a:pt x="490220" y="843280"/>
                    <a:pt x="486410" y="838200"/>
                    <a:pt x="486410" y="838200"/>
                  </a:cubicBezTo>
                  <a:cubicBezTo>
                    <a:pt x="486410" y="838200"/>
                    <a:pt x="485140" y="833120"/>
                    <a:pt x="483870" y="830580"/>
                  </a:cubicBezTo>
                  <a:cubicBezTo>
                    <a:pt x="483870" y="826770"/>
                    <a:pt x="482600" y="821690"/>
                    <a:pt x="482600" y="821690"/>
                  </a:cubicBezTo>
                  <a:cubicBezTo>
                    <a:pt x="481330" y="821690"/>
                    <a:pt x="483870" y="816610"/>
                    <a:pt x="481330" y="812800"/>
                  </a:cubicBezTo>
                  <a:cubicBezTo>
                    <a:pt x="474980" y="802640"/>
                    <a:pt x="417830" y="787400"/>
                    <a:pt x="397510" y="774700"/>
                  </a:cubicBezTo>
                  <a:cubicBezTo>
                    <a:pt x="384810" y="768350"/>
                    <a:pt x="383540" y="762000"/>
                    <a:pt x="369570" y="754380"/>
                  </a:cubicBezTo>
                  <a:cubicBezTo>
                    <a:pt x="346710" y="740410"/>
                    <a:pt x="297180" y="725170"/>
                    <a:pt x="261620" y="707390"/>
                  </a:cubicBezTo>
                  <a:cubicBezTo>
                    <a:pt x="224790" y="690880"/>
                    <a:pt x="185420" y="674370"/>
                    <a:pt x="152400" y="652780"/>
                  </a:cubicBezTo>
                  <a:cubicBezTo>
                    <a:pt x="120650" y="631190"/>
                    <a:pt x="87630" y="607060"/>
                    <a:pt x="64770" y="577850"/>
                  </a:cubicBezTo>
                  <a:cubicBezTo>
                    <a:pt x="44450" y="551180"/>
                    <a:pt x="29210" y="520700"/>
                    <a:pt x="19050" y="488950"/>
                  </a:cubicBezTo>
                  <a:cubicBezTo>
                    <a:pt x="7620" y="455930"/>
                    <a:pt x="0" y="383540"/>
                    <a:pt x="0" y="383540"/>
                  </a:cubicBezTo>
                  <a:moveTo>
                    <a:pt x="128270" y="369570"/>
                  </a:moveTo>
                  <a:cubicBezTo>
                    <a:pt x="163830" y="515620"/>
                    <a:pt x="189230" y="533400"/>
                    <a:pt x="208280" y="547370"/>
                  </a:cubicBezTo>
                  <a:cubicBezTo>
                    <a:pt x="224790" y="560070"/>
                    <a:pt x="246380" y="579120"/>
                    <a:pt x="257810" y="575310"/>
                  </a:cubicBezTo>
                  <a:cubicBezTo>
                    <a:pt x="269240" y="568960"/>
                    <a:pt x="260350" y="528320"/>
                    <a:pt x="273050" y="505460"/>
                  </a:cubicBezTo>
                  <a:cubicBezTo>
                    <a:pt x="290830" y="473710"/>
                    <a:pt x="336550" y="435610"/>
                    <a:pt x="372110" y="410210"/>
                  </a:cubicBezTo>
                  <a:cubicBezTo>
                    <a:pt x="405130" y="384810"/>
                    <a:pt x="463550" y="377190"/>
                    <a:pt x="480060" y="350520"/>
                  </a:cubicBezTo>
                  <a:cubicBezTo>
                    <a:pt x="492760" y="327660"/>
                    <a:pt x="480060" y="293370"/>
                    <a:pt x="480060" y="266700"/>
                  </a:cubicBezTo>
                  <a:cubicBezTo>
                    <a:pt x="480060" y="243840"/>
                    <a:pt x="488950" y="210820"/>
                    <a:pt x="478790" y="203200"/>
                  </a:cubicBezTo>
                  <a:cubicBezTo>
                    <a:pt x="471170" y="195580"/>
                    <a:pt x="453390" y="204470"/>
                    <a:pt x="435610" y="208280"/>
                  </a:cubicBezTo>
                  <a:cubicBezTo>
                    <a:pt x="400050" y="215900"/>
                    <a:pt x="332740" y="242570"/>
                    <a:pt x="290830" y="256540"/>
                  </a:cubicBezTo>
                  <a:cubicBezTo>
                    <a:pt x="256540" y="266700"/>
                    <a:pt x="224790" y="266700"/>
                    <a:pt x="198120" y="284480"/>
                  </a:cubicBezTo>
                  <a:cubicBezTo>
                    <a:pt x="170180" y="303530"/>
                    <a:pt x="128270" y="369570"/>
                    <a:pt x="128270" y="369570"/>
                  </a:cubicBezTo>
                  <a:moveTo>
                    <a:pt x="381000" y="599440"/>
                  </a:moveTo>
                  <a:cubicBezTo>
                    <a:pt x="453390" y="661670"/>
                    <a:pt x="453390" y="661670"/>
                    <a:pt x="454660" y="662940"/>
                  </a:cubicBezTo>
                  <a:cubicBezTo>
                    <a:pt x="459740" y="664210"/>
                    <a:pt x="472440" y="671830"/>
                    <a:pt x="476250" y="668020"/>
                  </a:cubicBezTo>
                  <a:cubicBezTo>
                    <a:pt x="483870" y="661670"/>
                    <a:pt x="476250" y="626110"/>
                    <a:pt x="476250" y="601980"/>
                  </a:cubicBezTo>
                  <a:cubicBezTo>
                    <a:pt x="476250" y="572770"/>
                    <a:pt x="486410" y="511810"/>
                    <a:pt x="477520" y="506730"/>
                  </a:cubicBezTo>
                  <a:cubicBezTo>
                    <a:pt x="473710" y="504190"/>
                    <a:pt x="468630" y="510540"/>
                    <a:pt x="462280" y="515620"/>
                  </a:cubicBezTo>
                  <a:cubicBezTo>
                    <a:pt x="444500" y="528320"/>
                    <a:pt x="381000" y="599440"/>
                    <a:pt x="381000" y="599440"/>
                  </a:cubicBezTo>
                  <a:moveTo>
                    <a:pt x="922020" y="514350"/>
                  </a:moveTo>
                  <a:cubicBezTo>
                    <a:pt x="1028700" y="485140"/>
                    <a:pt x="1061720" y="473710"/>
                    <a:pt x="1092200" y="462280"/>
                  </a:cubicBezTo>
                  <a:cubicBezTo>
                    <a:pt x="1122680" y="449580"/>
                    <a:pt x="1155700" y="434340"/>
                    <a:pt x="1182370" y="419100"/>
                  </a:cubicBezTo>
                  <a:cubicBezTo>
                    <a:pt x="1207770" y="405130"/>
                    <a:pt x="1226820" y="388620"/>
                    <a:pt x="1249680" y="374650"/>
                  </a:cubicBezTo>
                  <a:cubicBezTo>
                    <a:pt x="1273810" y="359410"/>
                    <a:pt x="1327150" y="335280"/>
                    <a:pt x="1324610" y="330200"/>
                  </a:cubicBezTo>
                  <a:cubicBezTo>
                    <a:pt x="1323340" y="323850"/>
                    <a:pt x="1271270" y="334010"/>
                    <a:pt x="1245870" y="337820"/>
                  </a:cubicBezTo>
                  <a:cubicBezTo>
                    <a:pt x="1223010" y="340360"/>
                    <a:pt x="1187450" y="344170"/>
                    <a:pt x="1182370" y="347980"/>
                  </a:cubicBezTo>
                  <a:cubicBezTo>
                    <a:pt x="1181100" y="347980"/>
                    <a:pt x="1181100" y="349250"/>
                    <a:pt x="1181100" y="349250"/>
                  </a:cubicBezTo>
                  <a:cubicBezTo>
                    <a:pt x="1179830" y="351790"/>
                    <a:pt x="1177290" y="358140"/>
                    <a:pt x="1177290" y="358140"/>
                  </a:cubicBezTo>
                  <a:cubicBezTo>
                    <a:pt x="1177290" y="358140"/>
                    <a:pt x="1173480" y="361950"/>
                    <a:pt x="1172210" y="364490"/>
                  </a:cubicBezTo>
                  <a:cubicBezTo>
                    <a:pt x="1169670" y="367030"/>
                    <a:pt x="1165860" y="370840"/>
                    <a:pt x="1165860" y="370840"/>
                  </a:cubicBezTo>
                  <a:cubicBezTo>
                    <a:pt x="1165860" y="370840"/>
                    <a:pt x="1160780" y="374650"/>
                    <a:pt x="1159510" y="377190"/>
                  </a:cubicBezTo>
                  <a:cubicBezTo>
                    <a:pt x="1156970" y="378460"/>
                    <a:pt x="1151890" y="382270"/>
                    <a:pt x="1151890" y="382270"/>
                  </a:cubicBezTo>
                  <a:cubicBezTo>
                    <a:pt x="1151890" y="382270"/>
                    <a:pt x="1146810" y="384810"/>
                    <a:pt x="1143000" y="384810"/>
                  </a:cubicBezTo>
                  <a:cubicBezTo>
                    <a:pt x="1140460" y="386080"/>
                    <a:pt x="1135380" y="388620"/>
                    <a:pt x="1135380" y="388620"/>
                  </a:cubicBezTo>
                  <a:cubicBezTo>
                    <a:pt x="1135380" y="388620"/>
                    <a:pt x="1046480" y="415290"/>
                    <a:pt x="1010920" y="429260"/>
                  </a:cubicBezTo>
                  <a:cubicBezTo>
                    <a:pt x="981710" y="440690"/>
                    <a:pt x="949960" y="447040"/>
                    <a:pt x="934720" y="464820"/>
                  </a:cubicBezTo>
                  <a:cubicBezTo>
                    <a:pt x="924560" y="477520"/>
                    <a:pt x="922020" y="514350"/>
                    <a:pt x="922020" y="514350"/>
                  </a:cubicBezTo>
                  <a:moveTo>
                    <a:pt x="961390" y="646430"/>
                  </a:moveTo>
                  <a:cubicBezTo>
                    <a:pt x="993140" y="704850"/>
                    <a:pt x="1041400" y="708660"/>
                    <a:pt x="1073150" y="712470"/>
                  </a:cubicBezTo>
                  <a:cubicBezTo>
                    <a:pt x="1102360" y="715010"/>
                    <a:pt x="1146810" y="712470"/>
                    <a:pt x="1156970" y="709930"/>
                  </a:cubicBezTo>
                  <a:cubicBezTo>
                    <a:pt x="1159510" y="709930"/>
                    <a:pt x="1158240" y="709930"/>
                    <a:pt x="1160780" y="708660"/>
                  </a:cubicBezTo>
                  <a:cubicBezTo>
                    <a:pt x="1172210" y="703580"/>
                    <a:pt x="1228090" y="673100"/>
                    <a:pt x="1264920" y="660400"/>
                  </a:cubicBezTo>
                  <a:cubicBezTo>
                    <a:pt x="1301750" y="647700"/>
                    <a:pt x="1360170" y="637540"/>
                    <a:pt x="1381760" y="633730"/>
                  </a:cubicBezTo>
                  <a:cubicBezTo>
                    <a:pt x="1388110" y="632460"/>
                    <a:pt x="1390650" y="636270"/>
                    <a:pt x="1397000" y="632460"/>
                  </a:cubicBezTo>
                  <a:cubicBezTo>
                    <a:pt x="1409700" y="624840"/>
                    <a:pt x="1438910" y="593090"/>
                    <a:pt x="1446530" y="568960"/>
                  </a:cubicBezTo>
                  <a:cubicBezTo>
                    <a:pt x="1454150" y="543560"/>
                    <a:pt x="1446530" y="511810"/>
                    <a:pt x="1441450" y="483870"/>
                  </a:cubicBezTo>
                  <a:cubicBezTo>
                    <a:pt x="1436370" y="455930"/>
                    <a:pt x="1422400" y="402590"/>
                    <a:pt x="1414780" y="402590"/>
                  </a:cubicBezTo>
                  <a:cubicBezTo>
                    <a:pt x="1410970" y="402590"/>
                    <a:pt x="1410970" y="419100"/>
                    <a:pt x="1404620" y="429260"/>
                  </a:cubicBezTo>
                  <a:cubicBezTo>
                    <a:pt x="1390650" y="447040"/>
                    <a:pt x="1353820" y="471170"/>
                    <a:pt x="1328420" y="488950"/>
                  </a:cubicBezTo>
                  <a:cubicBezTo>
                    <a:pt x="1305560" y="505460"/>
                    <a:pt x="1286510" y="520700"/>
                    <a:pt x="1261110" y="535940"/>
                  </a:cubicBezTo>
                  <a:cubicBezTo>
                    <a:pt x="1229360" y="553720"/>
                    <a:pt x="1188720" y="572770"/>
                    <a:pt x="1151890" y="588010"/>
                  </a:cubicBezTo>
                  <a:cubicBezTo>
                    <a:pt x="1116330" y="601980"/>
                    <a:pt x="1078230" y="614680"/>
                    <a:pt x="1045210" y="624840"/>
                  </a:cubicBezTo>
                  <a:cubicBezTo>
                    <a:pt x="1016000" y="633730"/>
                    <a:pt x="961390" y="646430"/>
                    <a:pt x="961390" y="646430"/>
                  </a:cubicBezTo>
                  <a:moveTo>
                    <a:pt x="970280" y="173990"/>
                  </a:moveTo>
                  <a:cubicBezTo>
                    <a:pt x="982980" y="243840"/>
                    <a:pt x="1007110" y="224790"/>
                    <a:pt x="1029970" y="218440"/>
                  </a:cubicBezTo>
                  <a:cubicBezTo>
                    <a:pt x="1062990" y="208280"/>
                    <a:pt x="1154430" y="193040"/>
                    <a:pt x="1154430" y="185420"/>
                  </a:cubicBezTo>
                  <a:cubicBezTo>
                    <a:pt x="1153160" y="179070"/>
                    <a:pt x="1070610" y="175260"/>
                    <a:pt x="1036320" y="173990"/>
                  </a:cubicBezTo>
                  <a:cubicBezTo>
                    <a:pt x="1010920" y="172720"/>
                    <a:pt x="970280" y="173990"/>
                    <a:pt x="970280" y="173990"/>
                  </a:cubicBezTo>
                  <a:moveTo>
                    <a:pt x="1160780" y="880110"/>
                  </a:moveTo>
                  <a:cubicBezTo>
                    <a:pt x="1233170" y="885190"/>
                    <a:pt x="1294130" y="881380"/>
                    <a:pt x="1314450" y="880110"/>
                  </a:cubicBezTo>
                  <a:cubicBezTo>
                    <a:pt x="1323340" y="880110"/>
                    <a:pt x="1332230" y="881380"/>
                    <a:pt x="1332230" y="880110"/>
                  </a:cubicBezTo>
                  <a:cubicBezTo>
                    <a:pt x="1332230" y="878840"/>
                    <a:pt x="1322070" y="873760"/>
                    <a:pt x="1314450" y="872490"/>
                  </a:cubicBezTo>
                  <a:cubicBezTo>
                    <a:pt x="1300480" y="867410"/>
                    <a:pt x="1270000" y="861060"/>
                    <a:pt x="1254760" y="862330"/>
                  </a:cubicBezTo>
                  <a:cubicBezTo>
                    <a:pt x="1245870" y="863600"/>
                    <a:pt x="1242060" y="867410"/>
                    <a:pt x="1233170" y="869950"/>
                  </a:cubicBezTo>
                  <a:cubicBezTo>
                    <a:pt x="1215390" y="873760"/>
                    <a:pt x="1160780" y="880110"/>
                    <a:pt x="1160780" y="880110"/>
                  </a:cubicBezTo>
                  <a:moveTo>
                    <a:pt x="1471930" y="247650"/>
                  </a:moveTo>
                  <a:cubicBezTo>
                    <a:pt x="1504950" y="283210"/>
                    <a:pt x="1531620" y="318770"/>
                    <a:pt x="1544320" y="350520"/>
                  </a:cubicBezTo>
                  <a:cubicBezTo>
                    <a:pt x="1558290" y="382270"/>
                    <a:pt x="1564640" y="421640"/>
                    <a:pt x="1570990" y="457200"/>
                  </a:cubicBezTo>
                  <a:cubicBezTo>
                    <a:pt x="1577340" y="491490"/>
                    <a:pt x="1583690" y="532130"/>
                    <a:pt x="1581150" y="561340"/>
                  </a:cubicBezTo>
                  <a:cubicBezTo>
                    <a:pt x="1578610" y="582930"/>
                    <a:pt x="1562100" y="614680"/>
                    <a:pt x="1565910" y="619760"/>
                  </a:cubicBezTo>
                  <a:cubicBezTo>
                    <a:pt x="1567180" y="621030"/>
                    <a:pt x="1569720" y="619760"/>
                    <a:pt x="1572260" y="618490"/>
                  </a:cubicBezTo>
                  <a:cubicBezTo>
                    <a:pt x="1581150" y="615950"/>
                    <a:pt x="1600200" y="608330"/>
                    <a:pt x="1617980" y="598170"/>
                  </a:cubicBezTo>
                  <a:cubicBezTo>
                    <a:pt x="1647190" y="580390"/>
                    <a:pt x="1692910" y="547370"/>
                    <a:pt x="1728470" y="521970"/>
                  </a:cubicBezTo>
                  <a:cubicBezTo>
                    <a:pt x="1760220" y="497840"/>
                    <a:pt x="1793240" y="476250"/>
                    <a:pt x="1819910" y="449580"/>
                  </a:cubicBezTo>
                  <a:cubicBezTo>
                    <a:pt x="1844040" y="425450"/>
                    <a:pt x="1869440" y="401320"/>
                    <a:pt x="1884680" y="372110"/>
                  </a:cubicBezTo>
                  <a:cubicBezTo>
                    <a:pt x="1901190" y="340360"/>
                    <a:pt x="1922780" y="290830"/>
                    <a:pt x="1913890" y="262890"/>
                  </a:cubicBezTo>
                  <a:cubicBezTo>
                    <a:pt x="1905000" y="237490"/>
                    <a:pt x="1873250" y="214630"/>
                    <a:pt x="1846580" y="205740"/>
                  </a:cubicBezTo>
                  <a:cubicBezTo>
                    <a:pt x="1818640" y="196850"/>
                    <a:pt x="1783080" y="209550"/>
                    <a:pt x="1747520" y="213360"/>
                  </a:cubicBezTo>
                  <a:cubicBezTo>
                    <a:pt x="1703070" y="217170"/>
                    <a:pt x="1649730" y="228600"/>
                    <a:pt x="1602740" y="234950"/>
                  </a:cubicBezTo>
                  <a:cubicBezTo>
                    <a:pt x="1558290" y="240030"/>
                    <a:pt x="1471930" y="247650"/>
                    <a:pt x="1471930" y="247650"/>
                  </a:cubicBezTo>
                  <a:moveTo>
                    <a:pt x="1482090" y="787400"/>
                  </a:moveTo>
                  <a:cubicBezTo>
                    <a:pt x="1559560" y="822960"/>
                    <a:pt x="1559560" y="822960"/>
                    <a:pt x="1559560" y="822960"/>
                  </a:cubicBezTo>
                  <a:cubicBezTo>
                    <a:pt x="1559560" y="822960"/>
                    <a:pt x="1564640" y="820420"/>
                    <a:pt x="1567180" y="819150"/>
                  </a:cubicBezTo>
                  <a:cubicBezTo>
                    <a:pt x="1569720" y="817880"/>
                    <a:pt x="1574800" y="815340"/>
                    <a:pt x="1574800" y="815340"/>
                  </a:cubicBezTo>
                  <a:cubicBezTo>
                    <a:pt x="1574800" y="815340"/>
                    <a:pt x="1581150" y="814070"/>
                    <a:pt x="1583690" y="812800"/>
                  </a:cubicBezTo>
                  <a:cubicBezTo>
                    <a:pt x="1586230" y="812800"/>
                    <a:pt x="1591310" y="811530"/>
                    <a:pt x="1591310" y="811530"/>
                  </a:cubicBezTo>
                  <a:cubicBezTo>
                    <a:pt x="1591310" y="811530"/>
                    <a:pt x="1629410" y="807720"/>
                    <a:pt x="1638300" y="807720"/>
                  </a:cubicBezTo>
                  <a:cubicBezTo>
                    <a:pt x="1640840" y="806450"/>
                    <a:pt x="1642110" y="808990"/>
                    <a:pt x="1644650" y="807720"/>
                  </a:cubicBezTo>
                  <a:cubicBezTo>
                    <a:pt x="1653540" y="803910"/>
                    <a:pt x="1690370" y="764540"/>
                    <a:pt x="1686560" y="755650"/>
                  </a:cubicBezTo>
                  <a:cubicBezTo>
                    <a:pt x="1680210" y="742950"/>
                    <a:pt x="1593850" y="755650"/>
                    <a:pt x="1583690" y="755650"/>
                  </a:cubicBezTo>
                  <a:cubicBezTo>
                    <a:pt x="1582420" y="755650"/>
                    <a:pt x="1582420" y="755650"/>
                    <a:pt x="1579880" y="755650"/>
                  </a:cubicBezTo>
                  <a:cubicBezTo>
                    <a:pt x="1574800" y="756920"/>
                    <a:pt x="1559560" y="767080"/>
                    <a:pt x="1545590" y="770890"/>
                  </a:cubicBezTo>
                  <a:cubicBezTo>
                    <a:pt x="1527810" y="777240"/>
                    <a:pt x="1482090" y="787400"/>
                    <a:pt x="1482090" y="787400"/>
                  </a:cubicBezTo>
                  <a:moveTo>
                    <a:pt x="2176780" y="886460"/>
                  </a:moveTo>
                  <a:cubicBezTo>
                    <a:pt x="2179320" y="891540"/>
                    <a:pt x="2179320" y="891540"/>
                    <a:pt x="2179320" y="891540"/>
                  </a:cubicBezTo>
                  <a:cubicBezTo>
                    <a:pt x="2179320" y="891540"/>
                    <a:pt x="2179320" y="896620"/>
                    <a:pt x="2180590" y="900430"/>
                  </a:cubicBezTo>
                  <a:cubicBezTo>
                    <a:pt x="2180590" y="902970"/>
                    <a:pt x="2181860" y="908050"/>
                    <a:pt x="2181860" y="908050"/>
                  </a:cubicBezTo>
                  <a:cubicBezTo>
                    <a:pt x="2181860" y="908050"/>
                    <a:pt x="2180590" y="914400"/>
                    <a:pt x="2180590" y="916940"/>
                  </a:cubicBezTo>
                  <a:cubicBezTo>
                    <a:pt x="2180590" y="918210"/>
                    <a:pt x="2179320" y="919480"/>
                    <a:pt x="2180590" y="920750"/>
                  </a:cubicBezTo>
                  <a:cubicBezTo>
                    <a:pt x="2184400" y="923290"/>
                    <a:pt x="2213610" y="915670"/>
                    <a:pt x="2233930" y="914400"/>
                  </a:cubicBezTo>
                  <a:cubicBezTo>
                    <a:pt x="2260600" y="914400"/>
                    <a:pt x="2313940" y="924560"/>
                    <a:pt x="2326640" y="918210"/>
                  </a:cubicBezTo>
                  <a:cubicBezTo>
                    <a:pt x="2331720" y="915670"/>
                    <a:pt x="2334260" y="910590"/>
                    <a:pt x="2334260" y="908050"/>
                  </a:cubicBezTo>
                  <a:cubicBezTo>
                    <a:pt x="2334260" y="906780"/>
                    <a:pt x="2330450" y="906780"/>
                    <a:pt x="2329180" y="905510"/>
                  </a:cubicBezTo>
                  <a:cubicBezTo>
                    <a:pt x="2326640" y="904240"/>
                    <a:pt x="2320290" y="901700"/>
                    <a:pt x="2320290" y="901700"/>
                  </a:cubicBezTo>
                  <a:cubicBezTo>
                    <a:pt x="2320290" y="901700"/>
                    <a:pt x="2315210" y="897890"/>
                    <a:pt x="2312670" y="896620"/>
                  </a:cubicBezTo>
                  <a:cubicBezTo>
                    <a:pt x="2310130" y="894080"/>
                    <a:pt x="2305050" y="890270"/>
                    <a:pt x="2305050" y="890270"/>
                  </a:cubicBezTo>
                  <a:cubicBezTo>
                    <a:pt x="2305050" y="890270"/>
                    <a:pt x="2301240" y="885190"/>
                    <a:pt x="2298700" y="882650"/>
                  </a:cubicBezTo>
                  <a:cubicBezTo>
                    <a:pt x="2297430" y="880110"/>
                    <a:pt x="2293620" y="875030"/>
                    <a:pt x="2293620" y="875030"/>
                  </a:cubicBezTo>
                  <a:cubicBezTo>
                    <a:pt x="2293620" y="875030"/>
                    <a:pt x="2289810" y="868680"/>
                    <a:pt x="2289810" y="866140"/>
                  </a:cubicBezTo>
                  <a:cubicBezTo>
                    <a:pt x="2288540" y="864870"/>
                    <a:pt x="2288540" y="863600"/>
                    <a:pt x="2288540" y="863600"/>
                  </a:cubicBezTo>
                  <a:cubicBezTo>
                    <a:pt x="2286000" y="862330"/>
                    <a:pt x="2278380" y="864870"/>
                    <a:pt x="2270760" y="866140"/>
                  </a:cubicBezTo>
                  <a:cubicBezTo>
                    <a:pt x="2251710" y="869950"/>
                    <a:pt x="2176780" y="886460"/>
                    <a:pt x="2176780" y="886460"/>
                  </a:cubicBezTo>
                  <a:moveTo>
                    <a:pt x="2214880" y="1421130"/>
                  </a:moveTo>
                  <a:cubicBezTo>
                    <a:pt x="2317750" y="1389380"/>
                    <a:pt x="2321560" y="1389380"/>
                    <a:pt x="2321560" y="1386840"/>
                  </a:cubicBezTo>
                  <a:cubicBezTo>
                    <a:pt x="2322830" y="1383030"/>
                    <a:pt x="2280920" y="1366520"/>
                    <a:pt x="2266950" y="1360170"/>
                  </a:cubicBezTo>
                  <a:cubicBezTo>
                    <a:pt x="2260600" y="1356360"/>
                    <a:pt x="2256790" y="1350010"/>
                    <a:pt x="2250440" y="1352550"/>
                  </a:cubicBezTo>
                  <a:cubicBezTo>
                    <a:pt x="2239010" y="1355090"/>
                    <a:pt x="2214880" y="1421130"/>
                    <a:pt x="2214880" y="1421130"/>
                  </a:cubicBezTo>
                  <a:moveTo>
                    <a:pt x="2306320" y="1244600"/>
                  </a:moveTo>
                  <a:cubicBezTo>
                    <a:pt x="2326640" y="1256030"/>
                    <a:pt x="2334260" y="1262380"/>
                    <a:pt x="2336800" y="1259840"/>
                  </a:cubicBezTo>
                  <a:cubicBezTo>
                    <a:pt x="2339340" y="1258570"/>
                    <a:pt x="2335530" y="1238250"/>
                    <a:pt x="2332990" y="1236980"/>
                  </a:cubicBezTo>
                  <a:cubicBezTo>
                    <a:pt x="2331720" y="1235710"/>
                    <a:pt x="2330450" y="1235710"/>
                    <a:pt x="2329180" y="1235710"/>
                  </a:cubicBezTo>
                  <a:cubicBezTo>
                    <a:pt x="2325370" y="1235710"/>
                    <a:pt x="2315210" y="1233170"/>
                    <a:pt x="2311400" y="1235710"/>
                  </a:cubicBezTo>
                  <a:cubicBezTo>
                    <a:pt x="2307590" y="1236980"/>
                    <a:pt x="2306320" y="1244600"/>
                    <a:pt x="2306320" y="1244600"/>
                  </a:cubicBezTo>
                  <a:moveTo>
                    <a:pt x="2465070" y="1259840"/>
                  </a:moveTo>
                  <a:cubicBezTo>
                    <a:pt x="2505710" y="1234440"/>
                    <a:pt x="2503170" y="1234440"/>
                    <a:pt x="2501900" y="1235710"/>
                  </a:cubicBezTo>
                  <a:cubicBezTo>
                    <a:pt x="2495550" y="1238250"/>
                    <a:pt x="2465070" y="1259840"/>
                    <a:pt x="2465070" y="1259840"/>
                  </a:cubicBezTo>
                  <a:moveTo>
                    <a:pt x="2753360" y="1148080"/>
                  </a:moveTo>
                  <a:cubicBezTo>
                    <a:pt x="2759710" y="1143000"/>
                    <a:pt x="2758440" y="1113790"/>
                    <a:pt x="2755900" y="1112520"/>
                  </a:cubicBezTo>
                  <a:cubicBezTo>
                    <a:pt x="2755900" y="1111250"/>
                    <a:pt x="2755900" y="1112520"/>
                    <a:pt x="2755900" y="1112520"/>
                  </a:cubicBezTo>
                  <a:cubicBezTo>
                    <a:pt x="2754630" y="1112520"/>
                    <a:pt x="2753360" y="1112520"/>
                    <a:pt x="2753360" y="1112520"/>
                  </a:cubicBezTo>
                  <a:cubicBezTo>
                    <a:pt x="2753360" y="1113790"/>
                    <a:pt x="2753360" y="1113790"/>
                    <a:pt x="2753360" y="1115060"/>
                  </a:cubicBezTo>
                  <a:cubicBezTo>
                    <a:pt x="2753360" y="1120140"/>
                    <a:pt x="2753360" y="1148080"/>
                    <a:pt x="2753360" y="1148080"/>
                  </a:cubicBezTo>
                  <a:moveTo>
                    <a:pt x="2913380" y="1078230"/>
                  </a:moveTo>
                  <a:cubicBezTo>
                    <a:pt x="2915920" y="1084580"/>
                    <a:pt x="2928620" y="1078230"/>
                    <a:pt x="2928620" y="1076960"/>
                  </a:cubicBezTo>
                  <a:cubicBezTo>
                    <a:pt x="2928620" y="1076960"/>
                    <a:pt x="2913380" y="1078230"/>
                    <a:pt x="2913380" y="107823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4212908" y="8305800"/>
            <a:ext cx="552450" cy="840105"/>
            <a:chOff x="0" y="0"/>
            <a:chExt cx="736600" cy="1120140"/>
          </a:xfrm>
        </p:grpSpPr>
        <p:sp>
          <p:nvSpPr>
            <p:cNvPr id="13" name="Freeform 13"/>
            <p:cNvSpPr/>
            <p:nvPr/>
          </p:nvSpPr>
          <p:spPr>
            <a:xfrm>
              <a:off x="29347" y="50800"/>
              <a:ext cx="668847" cy="1018591"/>
            </a:xfrm>
            <a:custGeom>
              <a:avLst/>
              <a:gdLst/>
              <a:ahLst/>
              <a:cxnLst/>
              <a:rect l="l" t="t" r="r" b="b"/>
              <a:pathLst>
                <a:path w="668847" h="1018591">
                  <a:moveTo>
                    <a:pt x="453253" y="279400"/>
                  </a:moveTo>
                  <a:cubicBezTo>
                    <a:pt x="410073" y="715010"/>
                    <a:pt x="389753" y="728980"/>
                    <a:pt x="370703" y="735330"/>
                  </a:cubicBezTo>
                  <a:cubicBezTo>
                    <a:pt x="354193" y="740410"/>
                    <a:pt x="331333" y="737870"/>
                    <a:pt x="316093" y="728980"/>
                  </a:cubicBezTo>
                  <a:cubicBezTo>
                    <a:pt x="299583" y="718820"/>
                    <a:pt x="286883" y="702310"/>
                    <a:pt x="275453" y="671830"/>
                  </a:cubicBezTo>
                  <a:cubicBezTo>
                    <a:pt x="242433" y="588010"/>
                    <a:pt x="215763" y="241300"/>
                    <a:pt x="217033" y="168910"/>
                  </a:cubicBezTo>
                  <a:cubicBezTo>
                    <a:pt x="218303" y="148590"/>
                    <a:pt x="218303" y="142240"/>
                    <a:pt x="223383" y="130810"/>
                  </a:cubicBezTo>
                  <a:cubicBezTo>
                    <a:pt x="228463" y="119380"/>
                    <a:pt x="236083" y="107950"/>
                    <a:pt x="247513" y="100330"/>
                  </a:cubicBezTo>
                  <a:cubicBezTo>
                    <a:pt x="260213" y="91440"/>
                    <a:pt x="284343" y="82550"/>
                    <a:pt x="300853" y="82550"/>
                  </a:cubicBezTo>
                  <a:cubicBezTo>
                    <a:pt x="314823" y="82550"/>
                    <a:pt x="327523" y="86360"/>
                    <a:pt x="337683" y="93980"/>
                  </a:cubicBezTo>
                  <a:cubicBezTo>
                    <a:pt x="351653" y="102870"/>
                    <a:pt x="366893" y="114300"/>
                    <a:pt x="373243" y="138430"/>
                  </a:cubicBezTo>
                  <a:cubicBezTo>
                    <a:pt x="391023" y="195580"/>
                    <a:pt x="358003" y="369570"/>
                    <a:pt x="342763" y="467360"/>
                  </a:cubicBezTo>
                  <a:cubicBezTo>
                    <a:pt x="328793" y="547370"/>
                    <a:pt x="313553" y="614680"/>
                    <a:pt x="293233" y="683260"/>
                  </a:cubicBezTo>
                  <a:cubicBezTo>
                    <a:pt x="275453" y="748030"/>
                    <a:pt x="261483" y="815340"/>
                    <a:pt x="227193" y="869950"/>
                  </a:cubicBezTo>
                  <a:cubicBezTo>
                    <a:pt x="194173" y="927100"/>
                    <a:pt x="125593" y="1021080"/>
                    <a:pt x="90033" y="1018540"/>
                  </a:cubicBezTo>
                  <a:cubicBezTo>
                    <a:pt x="62093" y="1014730"/>
                    <a:pt x="40503" y="967740"/>
                    <a:pt x="25263" y="915670"/>
                  </a:cubicBezTo>
                  <a:cubicBezTo>
                    <a:pt x="-11567" y="792480"/>
                    <a:pt x="-3947" y="350520"/>
                    <a:pt x="21453" y="241300"/>
                  </a:cubicBezTo>
                  <a:cubicBezTo>
                    <a:pt x="30343" y="204470"/>
                    <a:pt x="35423" y="181610"/>
                    <a:pt x="57013" y="171450"/>
                  </a:cubicBezTo>
                  <a:cubicBezTo>
                    <a:pt x="83683" y="156210"/>
                    <a:pt x="156073" y="166370"/>
                    <a:pt x="182743" y="187960"/>
                  </a:cubicBezTo>
                  <a:cubicBezTo>
                    <a:pt x="208143" y="207010"/>
                    <a:pt x="208143" y="247650"/>
                    <a:pt x="222113" y="289560"/>
                  </a:cubicBezTo>
                  <a:cubicBezTo>
                    <a:pt x="244973" y="354330"/>
                    <a:pt x="277993" y="455930"/>
                    <a:pt x="297043" y="541020"/>
                  </a:cubicBezTo>
                  <a:cubicBezTo>
                    <a:pt x="316093" y="626110"/>
                    <a:pt x="364353" y="759460"/>
                    <a:pt x="336413" y="798830"/>
                  </a:cubicBezTo>
                  <a:cubicBezTo>
                    <a:pt x="318633" y="824230"/>
                    <a:pt x="250053" y="835660"/>
                    <a:pt x="233543" y="819150"/>
                  </a:cubicBezTo>
                  <a:cubicBezTo>
                    <a:pt x="208143" y="789940"/>
                    <a:pt x="279263" y="633730"/>
                    <a:pt x="311013" y="537210"/>
                  </a:cubicBezTo>
                  <a:cubicBezTo>
                    <a:pt x="346573" y="427990"/>
                    <a:pt x="397373" y="257810"/>
                    <a:pt x="440553" y="199390"/>
                  </a:cubicBezTo>
                  <a:cubicBezTo>
                    <a:pt x="458333" y="172720"/>
                    <a:pt x="474843" y="157480"/>
                    <a:pt x="496433" y="152400"/>
                  </a:cubicBezTo>
                  <a:cubicBezTo>
                    <a:pt x="518023" y="148590"/>
                    <a:pt x="551043" y="160020"/>
                    <a:pt x="566283" y="173990"/>
                  </a:cubicBezTo>
                  <a:cubicBezTo>
                    <a:pt x="580253" y="185420"/>
                    <a:pt x="587873" y="208280"/>
                    <a:pt x="590413" y="223520"/>
                  </a:cubicBezTo>
                  <a:cubicBezTo>
                    <a:pt x="591683" y="236220"/>
                    <a:pt x="582793" y="246380"/>
                    <a:pt x="584063" y="260350"/>
                  </a:cubicBezTo>
                  <a:cubicBezTo>
                    <a:pt x="587873" y="284480"/>
                    <a:pt x="613273" y="313690"/>
                    <a:pt x="623433" y="353060"/>
                  </a:cubicBezTo>
                  <a:cubicBezTo>
                    <a:pt x="639943" y="416560"/>
                    <a:pt x="643753" y="532130"/>
                    <a:pt x="648833" y="612140"/>
                  </a:cubicBezTo>
                  <a:cubicBezTo>
                    <a:pt x="652643" y="679450"/>
                    <a:pt x="666613" y="758190"/>
                    <a:pt x="651373" y="800100"/>
                  </a:cubicBezTo>
                  <a:cubicBezTo>
                    <a:pt x="642483" y="826770"/>
                    <a:pt x="624703" y="847090"/>
                    <a:pt x="604383" y="854710"/>
                  </a:cubicBezTo>
                  <a:cubicBezTo>
                    <a:pt x="584063" y="862330"/>
                    <a:pt x="549773" y="857250"/>
                    <a:pt x="531993" y="847090"/>
                  </a:cubicBezTo>
                  <a:cubicBezTo>
                    <a:pt x="516753" y="838200"/>
                    <a:pt x="509133" y="829310"/>
                    <a:pt x="500243" y="802640"/>
                  </a:cubicBezTo>
                  <a:cubicBezTo>
                    <a:pt x="469763" y="708660"/>
                    <a:pt x="479923" y="177800"/>
                    <a:pt x="496433" y="80010"/>
                  </a:cubicBezTo>
                  <a:cubicBezTo>
                    <a:pt x="500243" y="53340"/>
                    <a:pt x="502783" y="44450"/>
                    <a:pt x="512943" y="31750"/>
                  </a:cubicBezTo>
                  <a:cubicBezTo>
                    <a:pt x="521833" y="19050"/>
                    <a:pt x="538343" y="6350"/>
                    <a:pt x="554853" y="2540"/>
                  </a:cubicBezTo>
                  <a:cubicBezTo>
                    <a:pt x="575173" y="-1270"/>
                    <a:pt x="610733" y="7620"/>
                    <a:pt x="627243" y="19050"/>
                  </a:cubicBezTo>
                  <a:cubicBezTo>
                    <a:pt x="641213" y="29210"/>
                    <a:pt x="651373" y="45720"/>
                    <a:pt x="653913" y="62230"/>
                  </a:cubicBezTo>
                  <a:cubicBezTo>
                    <a:pt x="656453" y="83820"/>
                    <a:pt x="648833" y="118110"/>
                    <a:pt x="633593" y="134620"/>
                  </a:cubicBezTo>
                  <a:cubicBezTo>
                    <a:pt x="618353" y="151130"/>
                    <a:pt x="584063" y="162560"/>
                    <a:pt x="562473" y="158750"/>
                  </a:cubicBezTo>
                  <a:cubicBezTo>
                    <a:pt x="540883" y="154940"/>
                    <a:pt x="514213" y="130810"/>
                    <a:pt x="504053" y="113030"/>
                  </a:cubicBezTo>
                  <a:cubicBezTo>
                    <a:pt x="495163" y="99060"/>
                    <a:pt x="495163" y="78740"/>
                    <a:pt x="497703" y="62230"/>
                  </a:cubicBezTo>
                  <a:cubicBezTo>
                    <a:pt x="501513" y="46990"/>
                    <a:pt x="511673" y="29210"/>
                    <a:pt x="524373" y="19050"/>
                  </a:cubicBezTo>
                  <a:cubicBezTo>
                    <a:pt x="537073" y="8890"/>
                    <a:pt x="556123" y="1270"/>
                    <a:pt x="571363" y="0"/>
                  </a:cubicBezTo>
                  <a:cubicBezTo>
                    <a:pt x="587873" y="0"/>
                    <a:pt x="606923" y="3810"/>
                    <a:pt x="620893" y="13970"/>
                  </a:cubicBezTo>
                  <a:cubicBezTo>
                    <a:pt x="636133" y="26670"/>
                    <a:pt x="646293" y="44450"/>
                    <a:pt x="655183" y="80010"/>
                  </a:cubicBezTo>
                  <a:cubicBezTo>
                    <a:pt x="681853" y="187960"/>
                    <a:pt x="662803" y="694690"/>
                    <a:pt x="653913" y="781050"/>
                  </a:cubicBezTo>
                  <a:cubicBezTo>
                    <a:pt x="651373" y="801370"/>
                    <a:pt x="651373" y="806450"/>
                    <a:pt x="645023" y="817880"/>
                  </a:cubicBezTo>
                  <a:cubicBezTo>
                    <a:pt x="637403" y="831850"/>
                    <a:pt x="620893" y="848360"/>
                    <a:pt x="604383" y="854710"/>
                  </a:cubicBezTo>
                  <a:cubicBezTo>
                    <a:pt x="587873" y="861060"/>
                    <a:pt x="566283" y="863600"/>
                    <a:pt x="549773" y="855980"/>
                  </a:cubicBezTo>
                  <a:cubicBezTo>
                    <a:pt x="530723" y="848360"/>
                    <a:pt x="512943" y="833120"/>
                    <a:pt x="500243" y="802640"/>
                  </a:cubicBezTo>
                  <a:cubicBezTo>
                    <a:pt x="465953" y="722630"/>
                    <a:pt x="487543" y="397510"/>
                    <a:pt x="468493" y="295910"/>
                  </a:cubicBezTo>
                  <a:cubicBezTo>
                    <a:pt x="460873" y="250190"/>
                    <a:pt x="432933" y="223520"/>
                    <a:pt x="440553" y="199390"/>
                  </a:cubicBezTo>
                  <a:cubicBezTo>
                    <a:pt x="446903" y="177800"/>
                    <a:pt x="474843" y="157480"/>
                    <a:pt x="496433" y="152400"/>
                  </a:cubicBezTo>
                  <a:cubicBezTo>
                    <a:pt x="518023" y="148590"/>
                    <a:pt x="551043" y="158750"/>
                    <a:pt x="566283" y="173990"/>
                  </a:cubicBezTo>
                  <a:cubicBezTo>
                    <a:pt x="581523" y="187960"/>
                    <a:pt x="590413" y="214630"/>
                    <a:pt x="589143" y="242570"/>
                  </a:cubicBezTo>
                  <a:cubicBezTo>
                    <a:pt x="587873" y="289560"/>
                    <a:pt x="538343" y="351790"/>
                    <a:pt x="510403" y="427990"/>
                  </a:cubicBezTo>
                  <a:cubicBezTo>
                    <a:pt x="465953" y="544830"/>
                    <a:pt x="436743" y="821690"/>
                    <a:pt x="365623" y="877570"/>
                  </a:cubicBezTo>
                  <a:cubicBezTo>
                    <a:pt x="328793" y="906780"/>
                    <a:pt x="275453" y="915670"/>
                    <a:pt x="237353" y="889000"/>
                  </a:cubicBezTo>
                  <a:cubicBezTo>
                    <a:pt x="149723" y="830580"/>
                    <a:pt x="-137" y="306070"/>
                    <a:pt x="48123" y="242570"/>
                  </a:cubicBezTo>
                  <a:cubicBezTo>
                    <a:pt x="69713" y="214630"/>
                    <a:pt x="145913" y="215900"/>
                    <a:pt x="173853" y="243840"/>
                  </a:cubicBezTo>
                  <a:cubicBezTo>
                    <a:pt x="231003" y="300990"/>
                    <a:pt x="189093" y="650240"/>
                    <a:pt x="173853" y="763270"/>
                  </a:cubicBezTo>
                  <a:cubicBezTo>
                    <a:pt x="166233" y="819150"/>
                    <a:pt x="156073" y="883920"/>
                    <a:pt x="139563" y="886460"/>
                  </a:cubicBezTo>
                  <a:cubicBezTo>
                    <a:pt x="126863" y="889000"/>
                    <a:pt x="95113" y="852170"/>
                    <a:pt x="90033" y="819150"/>
                  </a:cubicBezTo>
                  <a:cubicBezTo>
                    <a:pt x="79873" y="760730"/>
                    <a:pt x="149723" y="648970"/>
                    <a:pt x="171313" y="547370"/>
                  </a:cubicBezTo>
                  <a:cubicBezTo>
                    <a:pt x="196713" y="424180"/>
                    <a:pt x="192903" y="195580"/>
                    <a:pt x="223383" y="130810"/>
                  </a:cubicBezTo>
                  <a:cubicBezTo>
                    <a:pt x="234813" y="106680"/>
                    <a:pt x="247513" y="97790"/>
                    <a:pt x="264023" y="90170"/>
                  </a:cubicBezTo>
                  <a:cubicBezTo>
                    <a:pt x="279263" y="82550"/>
                    <a:pt x="303393" y="81280"/>
                    <a:pt x="319903" y="86360"/>
                  </a:cubicBezTo>
                  <a:cubicBezTo>
                    <a:pt x="337683" y="91440"/>
                    <a:pt x="355463" y="106680"/>
                    <a:pt x="365623" y="120650"/>
                  </a:cubicBezTo>
                  <a:cubicBezTo>
                    <a:pt x="373243" y="132080"/>
                    <a:pt x="373243" y="137160"/>
                    <a:pt x="377053" y="157480"/>
                  </a:cubicBezTo>
                  <a:cubicBezTo>
                    <a:pt x="392293" y="228600"/>
                    <a:pt x="448173" y="584200"/>
                    <a:pt x="427853" y="669290"/>
                  </a:cubicBezTo>
                  <a:cubicBezTo>
                    <a:pt x="418963" y="701040"/>
                    <a:pt x="406263" y="717550"/>
                    <a:pt x="388483" y="727710"/>
                  </a:cubicBezTo>
                  <a:cubicBezTo>
                    <a:pt x="369433" y="737870"/>
                    <a:pt x="335143" y="739140"/>
                    <a:pt x="316093" y="728980"/>
                  </a:cubicBezTo>
                  <a:cubicBezTo>
                    <a:pt x="298313" y="720090"/>
                    <a:pt x="283073" y="699770"/>
                    <a:pt x="275453" y="671830"/>
                  </a:cubicBezTo>
                  <a:cubicBezTo>
                    <a:pt x="260213" y="615950"/>
                    <a:pt x="298313" y="477520"/>
                    <a:pt x="302123" y="401320"/>
                  </a:cubicBezTo>
                  <a:cubicBezTo>
                    <a:pt x="304663" y="346710"/>
                    <a:pt x="291963" y="293370"/>
                    <a:pt x="302123" y="260350"/>
                  </a:cubicBezTo>
                  <a:cubicBezTo>
                    <a:pt x="308473" y="240030"/>
                    <a:pt x="318633" y="226060"/>
                    <a:pt x="332603" y="215900"/>
                  </a:cubicBezTo>
                  <a:cubicBezTo>
                    <a:pt x="346573" y="205740"/>
                    <a:pt x="369433" y="200660"/>
                    <a:pt x="385943" y="203200"/>
                  </a:cubicBezTo>
                  <a:cubicBezTo>
                    <a:pt x="402453" y="204470"/>
                    <a:pt x="422773" y="215900"/>
                    <a:pt x="434203" y="228600"/>
                  </a:cubicBezTo>
                  <a:cubicBezTo>
                    <a:pt x="445633" y="241300"/>
                    <a:pt x="453253" y="279400"/>
                    <a:pt x="453253" y="27940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2802255" y="8129588"/>
            <a:ext cx="2056448" cy="789622"/>
            <a:chOff x="0" y="0"/>
            <a:chExt cx="2741930" cy="1052830"/>
          </a:xfrm>
        </p:grpSpPr>
        <p:sp>
          <p:nvSpPr>
            <p:cNvPr id="15" name="Freeform 15"/>
            <p:cNvSpPr/>
            <p:nvPr/>
          </p:nvSpPr>
          <p:spPr>
            <a:xfrm>
              <a:off x="47136" y="50559"/>
              <a:ext cx="2643995" cy="951657"/>
            </a:xfrm>
            <a:custGeom>
              <a:avLst/>
              <a:gdLst/>
              <a:ahLst/>
              <a:cxnLst/>
              <a:rect l="l" t="t" r="r" b="b"/>
              <a:pathLst>
                <a:path w="2643995" h="951657">
                  <a:moveTo>
                    <a:pt x="2293474" y="538721"/>
                  </a:moveTo>
                  <a:cubicBezTo>
                    <a:pt x="1972164" y="564121"/>
                    <a:pt x="1401934" y="669531"/>
                    <a:pt x="1196194" y="692391"/>
                  </a:cubicBezTo>
                  <a:cubicBezTo>
                    <a:pt x="1098404" y="703821"/>
                    <a:pt x="1018394" y="715251"/>
                    <a:pt x="980294" y="708901"/>
                  </a:cubicBezTo>
                  <a:cubicBezTo>
                    <a:pt x="965054" y="705091"/>
                    <a:pt x="958704" y="702551"/>
                    <a:pt x="951084" y="694931"/>
                  </a:cubicBezTo>
                  <a:cubicBezTo>
                    <a:pt x="940924" y="686041"/>
                    <a:pt x="929494" y="666991"/>
                    <a:pt x="926954" y="654291"/>
                  </a:cubicBezTo>
                  <a:cubicBezTo>
                    <a:pt x="924414" y="642861"/>
                    <a:pt x="925684" y="632701"/>
                    <a:pt x="929494" y="622541"/>
                  </a:cubicBezTo>
                  <a:cubicBezTo>
                    <a:pt x="934574" y="609841"/>
                    <a:pt x="940924" y="598411"/>
                    <a:pt x="958704" y="585711"/>
                  </a:cubicBezTo>
                  <a:cubicBezTo>
                    <a:pt x="1013314" y="547611"/>
                    <a:pt x="1273664" y="442201"/>
                    <a:pt x="1343514" y="459981"/>
                  </a:cubicBezTo>
                  <a:cubicBezTo>
                    <a:pt x="1375264" y="467601"/>
                    <a:pt x="1379074" y="505701"/>
                    <a:pt x="1400664" y="522211"/>
                  </a:cubicBezTo>
                  <a:cubicBezTo>
                    <a:pt x="1423524" y="538721"/>
                    <a:pt x="1479404" y="546341"/>
                    <a:pt x="1478134" y="559041"/>
                  </a:cubicBezTo>
                  <a:cubicBezTo>
                    <a:pt x="1476864" y="575551"/>
                    <a:pt x="1394314" y="589521"/>
                    <a:pt x="1329544" y="609841"/>
                  </a:cubicBezTo>
                  <a:cubicBezTo>
                    <a:pt x="1207624" y="649211"/>
                    <a:pt x="987914" y="719061"/>
                    <a:pt x="801224" y="768591"/>
                  </a:cubicBezTo>
                  <a:cubicBezTo>
                    <a:pt x="594214" y="823201"/>
                    <a:pt x="261474" y="898131"/>
                    <a:pt x="140824" y="919721"/>
                  </a:cubicBezTo>
                  <a:cubicBezTo>
                    <a:pt x="95104" y="927341"/>
                    <a:pt x="70974" y="938771"/>
                    <a:pt x="46844" y="931151"/>
                  </a:cubicBezTo>
                  <a:cubicBezTo>
                    <a:pt x="27794" y="924801"/>
                    <a:pt x="10014" y="905751"/>
                    <a:pt x="3664" y="890511"/>
                  </a:cubicBezTo>
                  <a:cubicBezTo>
                    <a:pt x="-1416" y="877811"/>
                    <a:pt x="-1416" y="858761"/>
                    <a:pt x="4934" y="846061"/>
                  </a:cubicBezTo>
                  <a:cubicBezTo>
                    <a:pt x="12554" y="830821"/>
                    <a:pt x="26524" y="819391"/>
                    <a:pt x="49384" y="807961"/>
                  </a:cubicBezTo>
                  <a:cubicBezTo>
                    <a:pt x="95104" y="787641"/>
                    <a:pt x="195434" y="788911"/>
                    <a:pt x="279254" y="771131"/>
                  </a:cubicBezTo>
                  <a:cubicBezTo>
                    <a:pt x="380854" y="750811"/>
                    <a:pt x="479914" y="725411"/>
                    <a:pt x="615804" y="686041"/>
                  </a:cubicBezTo>
                  <a:cubicBezTo>
                    <a:pt x="822814" y="626351"/>
                    <a:pt x="1189844" y="506971"/>
                    <a:pt x="1401934" y="433311"/>
                  </a:cubicBezTo>
                  <a:cubicBezTo>
                    <a:pt x="1547984" y="382511"/>
                    <a:pt x="1705464" y="307581"/>
                    <a:pt x="1768964" y="297421"/>
                  </a:cubicBezTo>
                  <a:cubicBezTo>
                    <a:pt x="1790554" y="293611"/>
                    <a:pt x="1800714" y="293611"/>
                    <a:pt x="1813414" y="298691"/>
                  </a:cubicBezTo>
                  <a:cubicBezTo>
                    <a:pt x="1826114" y="303771"/>
                    <a:pt x="1838814" y="316471"/>
                    <a:pt x="1845164" y="329171"/>
                  </a:cubicBezTo>
                  <a:cubicBezTo>
                    <a:pt x="1851514" y="341871"/>
                    <a:pt x="1854054" y="359651"/>
                    <a:pt x="1848974" y="373621"/>
                  </a:cubicBezTo>
                  <a:cubicBezTo>
                    <a:pt x="1843894" y="388861"/>
                    <a:pt x="1832464" y="402831"/>
                    <a:pt x="1809604" y="415531"/>
                  </a:cubicBezTo>
                  <a:cubicBezTo>
                    <a:pt x="1747374" y="448551"/>
                    <a:pt x="1568304" y="459981"/>
                    <a:pt x="1413364" y="482841"/>
                  </a:cubicBezTo>
                  <a:cubicBezTo>
                    <a:pt x="1200004" y="514591"/>
                    <a:pt x="742804" y="588251"/>
                    <a:pt x="643744" y="581901"/>
                  </a:cubicBezTo>
                  <a:cubicBezTo>
                    <a:pt x="619614" y="580631"/>
                    <a:pt x="610724" y="576821"/>
                    <a:pt x="599294" y="570471"/>
                  </a:cubicBezTo>
                  <a:cubicBezTo>
                    <a:pt x="590404" y="564121"/>
                    <a:pt x="582784" y="556501"/>
                    <a:pt x="578974" y="546341"/>
                  </a:cubicBezTo>
                  <a:cubicBezTo>
                    <a:pt x="573894" y="533641"/>
                    <a:pt x="571354" y="513321"/>
                    <a:pt x="573894" y="500621"/>
                  </a:cubicBezTo>
                  <a:cubicBezTo>
                    <a:pt x="576434" y="489191"/>
                    <a:pt x="576434" y="484111"/>
                    <a:pt x="589134" y="472681"/>
                  </a:cubicBezTo>
                  <a:cubicBezTo>
                    <a:pt x="674224" y="404101"/>
                    <a:pt x="1615294" y="176771"/>
                    <a:pt x="1874374" y="90411"/>
                  </a:cubicBezTo>
                  <a:cubicBezTo>
                    <a:pt x="1989944" y="52311"/>
                    <a:pt x="2071224" y="2781"/>
                    <a:pt x="2120754" y="241"/>
                  </a:cubicBezTo>
                  <a:cubicBezTo>
                    <a:pt x="2139804" y="-1029"/>
                    <a:pt x="2152504" y="2781"/>
                    <a:pt x="2163934" y="10401"/>
                  </a:cubicBezTo>
                  <a:cubicBezTo>
                    <a:pt x="2175364" y="18021"/>
                    <a:pt x="2185524" y="34531"/>
                    <a:pt x="2189334" y="47231"/>
                  </a:cubicBezTo>
                  <a:cubicBezTo>
                    <a:pt x="2193144" y="61201"/>
                    <a:pt x="2190604" y="78981"/>
                    <a:pt x="2184254" y="91681"/>
                  </a:cubicBezTo>
                  <a:cubicBezTo>
                    <a:pt x="2177904" y="104381"/>
                    <a:pt x="2170284" y="110731"/>
                    <a:pt x="2149964" y="122161"/>
                  </a:cubicBezTo>
                  <a:cubicBezTo>
                    <a:pt x="2069954" y="166611"/>
                    <a:pt x="1704194" y="264401"/>
                    <a:pt x="1474324" y="330441"/>
                  </a:cubicBezTo>
                  <a:cubicBezTo>
                    <a:pt x="1239374" y="396481"/>
                    <a:pt x="879964" y="476491"/>
                    <a:pt x="755504" y="515861"/>
                  </a:cubicBezTo>
                  <a:cubicBezTo>
                    <a:pt x="711054" y="531101"/>
                    <a:pt x="693274" y="536181"/>
                    <a:pt x="666604" y="551421"/>
                  </a:cubicBezTo>
                  <a:cubicBezTo>
                    <a:pt x="643744" y="564121"/>
                    <a:pt x="625964" y="593331"/>
                    <a:pt x="606914" y="599681"/>
                  </a:cubicBezTo>
                  <a:cubicBezTo>
                    <a:pt x="591674" y="606031"/>
                    <a:pt x="573894" y="603491"/>
                    <a:pt x="561194" y="599681"/>
                  </a:cubicBezTo>
                  <a:cubicBezTo>
                    <a:pt x="551034" y="595871"/>
                    <a:pt x="543414" y="589521"/>
                    <a:pt x="537064" y="581901"/>
                  </a:cubicBezTo>
                  <a:cubicBezTo>
                    <a:pt x="528174" y="571741"/>
                    <a:pt x="520554" y="553961"/>
                    <a:pt x="521824" y="538721"/>
                  </a:cubicBezTo>
                  <a:cubicBezTo>
                    <a:pt x="523094" y="522211"/>
                    <a:pt x="525634" y="503161"/>
                    <a:pt x="549764" y="486651"/>
                  </a:cubicBezTo>
                  <a:cubicBezTo>
                    <a:pt x="658984" y="414261"/>
                    <a:pt x="1568304" y="331711"/>
                    <a:pt x="1772774" y="350761"/>
                  </a:cubicBezTo>
                  <a:cubicBezTo>
                    <a:pt x="1843894" y="358381"/>
                    <a:pt x="1889614" y="363461"/>
                    <a:pt x="1913744" y="393941"/>
                  </a:cubicBezTo>
                  <a:cubicBezTo>
                    <a:pt x="1936604" y="424421"/>
                    <a:pt x="1923904" y="493001"/>
                    <a:pt x="1915014" y="536181"/>
                  </a:cubicBezTo>
                  <a:cubicBezTo>
                    <a:pt x="1908664" y="573011"/>
                    <a:pt x="1876914" y="602221"/>
                    <a:pt x="1871834" y="635241"/>
                  </a:cubicBezTo>
                  <a:cubicBezTo>
                    <a:pt x="1866754" y="665721"/>
                    <a:pt x="1857864" y="707631"/>
                    <a:pt x="1878184" y="724141"/>
                  </a:cubicBezTo>
                  <a:cubicBezTo>
                    <a:pt x="1913744" y="753351"/>
                    <a:pt x="2055984" y="719061"/>
                    <a:pt x="2153774" y="694931"/>
                  </a:cubicBezTo>
                  <a:cubicBezTo>
                    <a:pt x="2274424" y="665721"/>
                    <a:pt x="2473814" y="555231"/>
                    <a:pt x="2544934" y="543801"/>
                  </a:cubicBezTo>
                  <a:cubicBezTo>
                    <a:pt x="2570334" y="538721"/>
                    <a:pt x="2584304" y="541261"/>
                    <a:pt x="2598274" y="546341"/>
                  </a:cubicBezTo>
                  <a:cubicBezTo>
                    <a:pt x="2609704" y="550151"/>
                    <a:pt x="2619864" y="557771"/>
                    <a:pt x="2627484" y="567931"/>
                  </a:cubicBezTo>
                  <a:cubicBezTo>
                    <a:pt x="2636374" y="580631"/>
                    <a:pt x="2643994" y="603491"/>
                    <a:pt x="2643994" y="618731"/>
                  </a:cubicBezTo>
                  <a:cubicBezTo>
                    <a:pt x="2643994" y="631431"/>
                    <a:pt x="2640184" y="642861"/>
                    <a:pt x="2633834" y="653021"/>
                  </a:cubicBezTo>
                  <a:cubicBezTo>
                    <a:pt x="2624944" y="665721"/>
                    <a:pt x="2614784" y="675881"/>
                    <a:pt x="2591924" y="687311"/>
                  </a:cubicBezTo>
                  <a:cubicBezTo>
                    <a:pt x="2532234" y="717791"/>
                    <a:pt x="2374754" y="753351"/>
                    <a:pt x="2237594" y="788911"/>
                  </a:cubicBezTo>
                  <a:cubicBezTo>
                    <a:pt x="2052174" y="838441"/>
                    <a:pt x="1674984" y="966711"/>
                    <a:pt x="1579734" y="950201"/>
                  </a:cubicBezTo>
                  <a:cubicBezTo>
                    <a:pt x="1550524" y="945121"/>
                    <a:pt x="1535284" y="932421"/>
                    <a:pt x="1526394" y="915911"/>
                  </a:cubicBezTo>
                  <a:cubicBezTo>
                    <a:pt x="1517504" y="899401"/>
                    <a:pt x="1514964" y="876541"/>
                    <a:pt x="1525124" y="853681"/>
                  </a:cubicBezTo>
                  <a:cubicBezTo>
                    <a:pt x="1544174" y="807961"/>
                    <a:pt x="1625454" y="749541"/>
                    <a:pt x="1696574" y="693661"/>
                  </a:cubicBezTo>
                  <a:cubicBezTo>
                    <a:pt x="1796904" y="617461"/>
                    <a:pt x="2015344" y="467601"/>
                    <a:pt x="2082654" y="449821"/>
                  </a:cubicBezTo>
                  <a:cubicBezTo>
                    <a:pt x="2104244" y="444741"/>
                    <a:pt x="2115674" y="447281"/>
                    <a:pt x="2128374" y="452361"/>
                  </a:cubicBezTo>
                  <a:cubicBezTo>
                    <a:pt x="2142344" y="457441"/>
                    <a:pt x="2156314" y="470141"/>
                    <a:pt x="2163934" y="482841"/>
                  </a:cubicBezTo>
                  <a:cubicBezTo>
                    <a:pt x="2171554" y="494271"/>
                    <a:pt x="2175364" y="513321"/>
                    <a:pt x="2174094" y="527291"/>
                  </a:cubicBezTo>
                  <a:cubicBezTo>
                    <a:pt x="2172824" y="541261"/>
                    <a:pt x="2163934" y="559041"/>
                    <a:pt x="2155044" y="569201"/>
                  </a:cubicBezTo>
                  <a:cubicBezTo>
                    <a:pt x="2144884" y="579361"/>
                    <a:pt x="2129644" y="589521"/>
                    <a:pt x="2114404" y="590791"/>
                  </a:cubicBezTo>
                  <a:cubicBezTo>
                    <a:pt x="2095354" y="592061"/>
                    <a:pt x="2063604" y="583171"/>
                    <a:pt x="2049634" y="569201"/>
                  </a:cubicBezTo>
                  <a:cubicBezTo>
                    <a:pt x="2035664" y="553961"/>
                    <a:pt x="2028044" y="523481"/>
                    <a:pt x="2031854" y="503161"/>
                  </a:cubicBezTo>
                  <a:cubicBezTo>
                    <a:pt x="2035664" y="484111"/>
                    <a:pt x="2058524" y="461251"/>
                    <a:pt x="2075034" y="452361"/>
                  </a:cubicBezTo>
                  <a:cubicBezTo>
                    <a:pt x="2089004" y="446011"/>
                    <a:pt x="2108054" y="446011"/>
                    <a:pt x="2122024" y="449821"/>
                  </a:cubicBezTo>
                  <a:cubicBezTo>
                    <a:pt x="2135994" y="453631"/>
                    <a:pt x="2151234" y="463791"/>
                    <a:pt x="2160124" y="475221"/>
                  </a:cubicBezTo>
                  <a:cubicBezTo>
                    <a:pt x="2169014" y="487921"/>
                    <a:pt x="2174094" y="504431"/>
                    <a:pt x="2174094" y="519671"/>
                  </a:cubicBezTo>
                  <a:cubicBezTo>
                    <a:pt x="2174094" y="533641"/>
                    <a:pt x="2172824" y="546341"/>
                    <a:pt x="2160124" y="562851"/>
                  </a:cubicBezTo>
                  <a:cubicBezTo>
                    <a:pt x="2118214" y="616191"/>
                    <a:pt x="1875644" y="735571"/>
                    <a:pt x="1786744" y="801611"/>
                  </a:cubicBezTo>
                  <a:cubicBezTo>
                    <a:pt x="1733404" y="840981"/>
                    <a:pt x="1704194" y="879081"/>
                    <a:pt x="1664824" y="905751"/>
                  </a:cubicBezTo>
                  <a:cubicBezTo>
                    <a:pt x="1635614" y="926071"/>
                    <a:pt x="1602594" y="950201"/>
                    <a:pt x="1579734" y="950201"/>
                  </a:cubicBezTo>
                  <a:cubicBezTo>
                    <a:pt x="1561954" y="951471"/>
                    <a:pt x="1546714" y="940041"/>
                    <a:pt x="1536554" y="929881"/>
                  </a:cubicBezTo>
                  <a:cubicBezTo>
                    <a:pt x="1526394" y="918451"/>
                    <a:pt x="1518774" y="898131"/>
                    <a:pt x="1517504" y="885431"/>
                  </a:cubicBezTo>
                  <a:cubicBezTo>
                    <a:pt x="1517504" y="874001"/>
                    <a:pt x="1518774" y="862571"/>
                    <a:pt x="1525124" y="853681"/>
                  </a:cubicBezTo>
                  <a:cubicBezTo>
                    <a:pt x="1531474" y="840981"/>
                    <a:pt x="1540364" y="830821"/>
                    <a:pt x="1560684" y="820661"/>
                  </a:cubicBezTo>
                  <a:cubicBezTo>
                    <a:pt x="1615294" y="791451"/>
                    <a:pt x="1781664" y="772401"/>
                    <a:pt x="1908664" y="738111"/>
                  </a:cubicBezTo>
                  <a:cubicBezTo>
                    <a:pt x="2067414" y="693661"/>
                    <a:pt x="2318874" y="603491"/>
                    <a:pt x="2435714" y="570471"/>
                  </a:cubicBezTo>
                  <a:cubicBezTo>
                    <a:pt x="2491594" y="555231"/>
                    <a:pt x="2529694" y="538721"/>
                    <a:pt x="2562714" y="539991"/>
                  </a:cubicBezTo>
                  <a:cubicBezTo>
                    <a:pt x="2584304" y="539991"/>
                    <a:pt x="2600814" y="546341"/>
                    <a:pt x="2614784" y="555231"/>
                  </a:cubicBezTo>
                  <a:cubicBezTo>
                    <a:pt x="2624944" y="561581"/>
                    <a:pt x="2632564" y="571741"/>
                    <a:pt x="2636374" y="583171"/>
                  </a:cubicBezTo>
                  <a:cubicBezTo>
                    <a:pt x="2642724" y="597141"/>
                    <a:pt x="2646534" y="620001"/>
                    <a:pt x="2641454" y="636511"/>
                  </a:cubicBezTo>
                  <a:cubicBezTo>
                    <a:pt x="2633834" y="655561"/>
                    <a:pt x="2618594" y="669531"/>
                    <a:pt x="2591924" y="687311"/>
                  </a:cubicBezTo>
                  <a:cubicBezTo>
                    <a:pt x="2524614" y="731761"/>
                    <a:pt x="2298554" y="811771"/>
                    <a:pt x="2186794" y="842251"/>
                  </a:cubicBezTo>
                  <a:cubicBezTo>
                    <a:pt x="2109324" y="862571"/>
                    <a:pt x="2048364" y="872731"/>
                    <a:pt x="1988674" y="875271"/>
                  </a:cubicBezTo>
                  <a:cubicBezTo>
                    <a:pt x="1937874" y="876541"/>
                    <a:pt x="1890884" y="879081"/>
                    <a:pt x="1848974" y="862571"/>
                  </a:cubicBezTo>
                  <a:cubicBezTo>
                    <a:pt x="1808334" y="847331"/>
                    <a:pt x="1761344" y="809231"/>
                    <a:pt x="1741024" y="778751"/>
                  </a:cubicBezTo>
                  <a:cubicBezTo>
                    <a:pt x="1725784" y="754621"/>
                    <a:pt x="1721974" y="731761"/>
                    <a:pt x="1720704" y="703821"/>
                  </a:cubicBezTo>
                  <a:cubicBezTo>
                    <a:pt x="1718164" y="668261"/>
                    <a:pt x="1728324" y="620001"/>
                    <a:pt x="1738484" y="581901"/>
                  </a:cubicBezTo>
                  <a:cubicBezTo>
                    <a:pt x="1749914" y="545071"/>
                    <a:pt x="1796904" y="498081"/>
                    <a:pt x="1782934" y="477761"/>
                  </a:cubicBezTo>
                  <a:cubicBezTo>
                    <a:pt x="1757534" y="443471"/>
                    <a:pt x="1587354" y="489191"/>
                    <a:pt x="1457814" y="503161"/>
                  </a:cubicBezTo>
                  <a:cubicBezTo>
                    <a:pt x="1263504" y="524751"/>
                    <a:pt x="867264" y="603491"/>
                    <a:pt x="730104" y="604761"/>
                  </a:cubicBezTo>
                  <a:cubicBezTo>
                    <a:pt x="678034" y="606031"/>
                    <a:pt x="648824" y="592061"/>
                    <a:pt x="619614" y="593331"/>
                  </a:cubicBezTo>
                  <a:cubicBezTo>
                    <a:pt x="601834" y="594601"/>
                    <a:pt x="590404" y="604761"/>
                    <a:pt x="576434" y="603491"/>
                  </a:cubicBezTo>
                  <a:cubicBezTo>
                    <a:pt x="562464" y="600951"/>
                    <a:pt x="545954" y="592061"/>
                    <a:pt x="537064" y="581901"/>
                  </a:cubicBezTo>
                  <a:cubicBezTo>
                    <a:pt x="526904" y="570471"/>
                    <a:pt x="521824" y="551421"/>
                    <a:pt x="521824" y="538721"/>
                  </a:cubicBezTo>
                  <a:cubicBezTo>
                    <a:pt x="520554" y="528561"/>
                    <a:pt x="521824" y="519671"/>
                    <a:pt x="529444" y="509511"/>
                  </a:cubicBezTo>
                  <a:cubicBezTo>
                    <a:pt x="543414" y="489191"/>
                    <a:pt x="573894" y="462521"/>
                    <a:pt x="624694" y="437121"/>
                  </a:cubicBezTo>
                  <a:cubicBezTo>
                    <a:pt x="760584" y="371081"/>
                    <a:pt x="1180954" y="291071"/>
                    <a:pt x="1440034" y="214871"/>
                  </a:cubicBezTo>
                  <a:cubicBezTo>
                    <a:pt x="1677524" y="145021"/>
                    <a:pt x="2020424" y="-2299"/>
                    <a:pt x="2120754" y="241"/>
                  </a:cubicBezTo>
                  <a:cubicBezTo>
                    <a:pt x="2148694" y="241"/>
                    <a:pt x="2163934" y="10401"/>
                    <a:pt x="2175364" y="20561"/>
                  </a:cubicBezTo>
                  <a:cubicBezTo>
                    <a:pt x="2182984" y="28181"/>
                    <a:pt x="2186794" y="37071"/>
                    <a:pt x="2189334" y="47231"/>
                  </a:cubicBezTo>
                  <a:cubicBezTo>
                    <a:pt x="2191874" y="59931"/>
                    <a:pt x="2190604" y="78981"/>
                    <a:pt x="2184254" y="91681"/>
                  </a:cubicBezTo>
                  <a:cubicBezTo>
                    <a:pt x="2177904" y="104381"/>
                    <a:pt x="2166474" y="112001"/>
                    <a:pt x="2149964" y="122161"/>
                  </a:cubicBezTo>
                  <a:cubicBezTo>
                    <a:pt x="2123294" y="138671"/>
                    <a:pt x="2092814" y="146291"/>
                    <a:pt x="2029314" y="167881"/>
                  </a:cubicBezTo>
                  <a:cubicBezTo>
                    <a:pt x="1818494" y="239001"/>
                    <a:pt x="764394" y="573011"/>
                    <a:pt x="643744" y="581901"/>
                  </a:cubicBezTo>
                  <a:cubicBezTo>
                    <a:pt x="625964" y="583171"/>
                    <a:pt x="622154" y="581901"/>
                    <a:pt x="613264" y="578091"/>
                  </a:cubicBezTo>
                  <a:cubicBezTo>
                    <a:pt x="600564" y="571741"/>
                    <a:pt x="585324" y="559041"/>
                    <a:pt x="578974" y="546341"/>
                  </a:cubicBezTo>
                  <a:cubicBezTo>
                    <a:pt x="572624" y="533641"/>
                    <a:pt x="571354" y="513321"/>
                    <a:pt x="573894" y="500621"/>
                  </a:cubicBezTo>
                  <a:cubicBezTo>
                    <a:pt x="576434" y="489191"/>
                    <a:pt x="581514" y="480301"/>
                    <a:pt x="589134" y="472681"/>
                  </a:cubicBezTo>
                  <a:cubicBezTo>
                    <a:pt x="599294" y="463791"/>
                    <a:pt x="608184" y="459981"/>
                    <a:pt x="631044" y="452361"/>
                  </a:cubicBezTo>
                  <a:cubicBezTo>
                    <a:pt x="713594" y="428231"/>
                    <a:pt x="1057764" y="409181"/>
                    <a:pt x="1240644" y="381241"/>
                  </a:cubicBezTo>
                  <a:cubicBezTo>
                    <a:pt x="1393044" y="358381"/>
                    <a:pt x="1556874" y="316471"/>
                    <a:pt x="1655934" y="303771"/>
                  </a:cubicBezTo>
                  <a:cubicBezTo>
                    <a:pt x="1710544" y="296151"/>
                    <a:pt x="1752454" y="291071"/>
                    <a:pt x="1782934" y="293611"/>
                  </a:cubicBezTo>
                  <a:cubicBezTo>
                    <a:pt x="1801984" y="296151"/>
                    <a:pt x="1814684" y="297421"/>
                    <a:pt x="1826114" y="306311"/>
                  </a:cubicBezTo>
                  <a:cubicBezTo>
                    <a:pt x="1837544" y="313931"/>
                    <a:pt x="1847704" y="329171"/>
                    <a:pt x="1850244" y="343141"/>
                  </a:cubicBezTo>
                  <a:cubicBezTo>
                    <a:pt x="1852784" y="357111"/>
                    <a:pt x="1850244" y="374891"/>
                    <a:pt x="1843894" y="387591"/>
                  </a:cubicBezTo>
                  <a:cubicBezTo>
                    <a:pt x="1836274" y="399021"/>
                    <a:pt x="1831194" y="404101"/>
                    <a:pt x="1809604" y="415531"/>
                  </a:cubicBezTo>
                  <a:cubicBezTo>
                    <a:pt x="1687684" y="482841"/>
                    <a:pt x="787254" y="773671"/>
                    <a:pt x="468484" y="856221"/>
                  </a:cubicBezTo>
                  <a:cubicBezTo>
                    <a:pt x="295764" y="900671"/>
                    <a:pt x="119234" y="934961"/>
                    <a:pt x="62084" y="932421"/>
                  </a:cubicBezTo>
                  <a:cubicBezTo>
                    <a:pt x="45574" y="932421"/>
                    <a:pt x="41764" y="931151"/>
                    <a:pt x="32874" y="924801"/>
                  </a:cubicBezTo>
                  <a:cubicBezTo>
                    <a:pt x="21444" y="918451"/>
                    <a:pt x="7474" y="904481"/>
                    <a:pt x="3664" y="890511"/>
                  </a:cubicBezTo>
                  <a:cubicBezTo>
                    <a:pt x="-1416" y="875271"/>
                    <a:pt x="3664" y="847331"/>
                    <a:pt x="12554" y="833361"/>
                  </a:cubicBezTo>
                  <a:cubicBezTo>
                    <a:pt x="20174" y="820661"/>
                    <a:pt x="27794" y="818121"/>
                    <a:pt x="49384" y="807961"/>
                  </a:cubicBezTo>
                  <a:cubicBezTo>
                    <a:pt x="137014" y="771131"/>
                    <a:pt x="529444" y="712711"/>
                    <a:pt x="764394" y="647941"/>
                  </a:cubicBezTo>
                  <a:cubicBezTo>
                    <a:pt x="998074" y="584441"/>
                    <a:pt x="1337164" y="412991"/>
                    <a:pt x="1452734" y="426961"/>
                  </a:cubicBezTo>
                  <a:cubicBezTo>
                    <a:pt x="1494644" y="432041"/>
                    <a:pt x="1532744" y="454901"/>
                    <a:pt x="1534014" y="476491"/>
                  </a:cubicBezTo>
                  <a:cubicBezTo>
                    <a:pt x="1536554" y="505701"/>
                    <a:pt x="1446384" y="560311"/>
                    <a:pt x="1387964" y="592061"/>
                  </a:cubicBezTo>
                  <a:cubicBezTo>
                    <a:pt x="1315574" y="631431"/>
                    <a:pt x="1201274" y="658101"/>
                    <a:pt x="1126344" y="678421"/>
                  </a:cubicBezTo>
                  <a:cubicBezTo>
                    <a:pt x="1071734" y="692391"/>
                    <a:pt x="1013314" y="713981"/>
                    <a:pt x="980294" y="708901"/>
                  </a:cubicBezTo>
                  <a:cubicBezTo>
                    <a:pt x="961244" y="705091"/>
                    <a:pt x="948544" y="693661"/>
                    <a:pt x="939654" y="683501"/>
                  </a:cubicBezTo>
                  <a:cubicBezTo>
                    <a:pt x="932034" y="674611"/>
                    <a:pt x="928224" y="665721"/>
                    <a:pt x="926954" y="654291"/>
                  </a:cubicBezTo>
                  <a:cubicBezTo>
                    <a:pt x="925684" y="640321"/>
                    <a:pt x="928224" y="620001"/>
                    <a:pt x="935844" y="607301"/>
                  </a:cubicBezTo>
                  <a:cubicBezTo>
                    <a:pt x="944734" y="594601"/>
                    <a:pt x="954894" y="585711"/>
                    <a:pt x="973944" y="579361"/>
                  </a:cubicBezTo>
                  <a:cubicBezTo>
                    <a:pt x="1013314" y="564121"/>
                    <a:pt x="1107294" y="576821"/>
                    <a:pt x="1178414" y="570471"/>
                  </a:cubicBezTo>
                  <a:cubicBezTo>
                    <a:pt x="1255884" y="564121"/>
                    <a:pt x="1319384" y="553961"/>
                    <a:pt x="1422254" y="538721"/>
                  </a:cubicBezTo>
                  <a:cubicBezTo>
                    <a:pt x="1598784" y="512051"/>
                    <a:pt x="1993754" y="434581"/>
                    <a:pt x="2142344" y="416801"/>
                  </a:cubicBezTo>
                  <a:cubicBezTo>
                    <a:pt x="2207114" y="409181"/>
                    <a:pt x="2250294" y="402831"/>
                    <a:pt x="2284584" y="406641"/>
                  </a:cubicBezTo>
                  <a:cubicBezTo>
                    <a:pt x="2304904" y="407911"/>
                    <a:pt x="2318874" y="412991"/>
                    <a:pt x="2330304" y="420611"/>
                  </a:cubicBezTo>
                  <a:cubicBezTo>
                    <a:pt x="2339194" y="426961"/>
                    <a:pt x="2345544" y="434581"/>
                    <a:pt x="2349354" y="444741"/>
                  </a:cubicBezTo>
                  <a:cubicBezTo>
                    <a:pt x="2354434" y="457441"/>
                    <a:pt x="2356974" y="477761"/>
                    <a:pt x="2353164" y="491731"/>
                  </a:cubicBezTo>
                  <a:cubicBezTo>
                    <a:pt x="2348084" y="505701"/>
                    <a:pt x="2334114" y="522211"/>
                    <a:pt x="2323954" y="529831"/>
                  </a:cubicBezTo>
                  <a:cubicBezTo>
                    <a:pt x="2313794" y="536181"/>
                    <a:pt x="2293474" y="538721"/>
                    <a:pt x="2293474" y="538721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2534602" y="7364730"/>
            <a:ext cx="2054542" cy="2012633"/>
            <a:chOff x="0" y="0"/>
            <a:chExt cx="2739390" cy="2683510"/>
          </a:xfrm>
        </p:grpSpPr>
        <p:sp>
          <p:nvSpPr>
            <p:cNvPr id="17" name="Freeform 17"/>
            <p:cNvSpPr/>
            <p:nvPr/>
          </p:nvSpPr>
          <p:spPr>
            <a:xfrm>
              <a:off x="50800" y="47811"/>
              <a:ext cx="2638354" cy="2585879"/>
            </a:xfrm>
            <a:custGeom>
              <a:avLst/>
              <a:gdLst/>
              <a:ahLst/>
              <a:cxnLst/>
              <a:rect l="l" t="t" r="r" b="b"/>
              <a:pathLst>
                <a:path w="2638354" h="2585879">
                  <a:moveTo>
                    <a:pt x="0" y="1733999"/>
                  </a:moveTo>
                  <a:cubicBezTo>
                    <a:pt x="11430" y="1700979"/>
                    <a:pt x="20320" y="1652719"/>
                    <a:pt x="24130" y="1619699"/>
                  </a:cubicBezTo>
                  <a:cubicBezTo>
                    <a:pt x="29210" y="1587949"/>
                    <a:pt x="27940" y="1557469"/>
                    <a:pt x="30480" y="1523179"/>
                  </a:cubicBezTo>
                  <a:cubicBezTo>
                    <a:pt x="31750" y="1483809"/>
                    <a:pt x="33020" y="1443169"/>
                    <a:pt x="34290" y="1399989"/>
                  </a:cubicBezTo>
                  <a:cubicBezTo>
                    <a:pt x="35560" y="1351729"/>
                    <a:pt x="36830" y="1299659"/>
                    <a:pt x="38100" y="1248859"/>
                  </a:cubicBezTo>
                  <a:cubicBezTo>
                    <a:pt x="39370" y="1195519"/>
                    <a:pt x="39370" y="1140909"/>
                    <a:pt x="40640" y="1086299"/>
                  </a:cubicBezTo>
                  <a:cubicBezTo>
                    <a:pt x="41910" y="1030419"/>
                    <a:pt x="40640" y="974539"/>
                    <a:pt x="41910" y="918659"/>
                  </a:cubicBezTo>
                  <a:cubicBezTo>
                    <a:pt x="44450" y="861509"/>
                    <a:pt x="46990" y="803089"/>
                    <a:pt x="53340" y="745939"/>
                  </a:cubicBezTo>
                  <a:cubicBezTo>
                    <a:pt x="58420" y="688789"/>
                    <a:pt x="66040" y="634179"/>
                    <a:pt x="76200" y="579569"/>
                  </a:cubicBezTo>
                  <a:cubicBezTo>
                    <a:pt x="86360" y="523689"/>
                    <a:pt x="97790" y="467809"/>
                    <a:pt x="113030" y="415739"/>
                  </a:cubicBezTo>
                  <a:cubicBezTo>
                    <a:pt x="128270" y="367479"/>
                    <a:pt x="148590" y="319219"/>
                    <a:pt x="167640" y="277309"/>
                  </a:cubicBezTo>
                  <a:cubicBezTo>
                    <a:pt x="182880" y="239209"/>
                    <a:pt x="198120" y="203649"/>
                    <a:pt x="215900" y="171899"/>
                  </a:cubicBezTo>
                  <a:cubicBezTo>
                    <a:pt x="232410" y="143959"/>
                    <a:pt x="245110" y="119829"/>
                    <a:pt x="266700" y="94429"/>
                  </a:cubicBezTo>
                  <a:cubicBezTo>
                    <a:pt x="292100" y="63949"/>
                    <a:pt x="327660" y="14419"/>
                    <a:pt x="361950" y="2989"/>
                  </a:cubicBezTo>
                  <a:cubicBezTo>
                    <a:pt x="389890" y="-4631"/>
                    <a:pt x="426720" y="2989"/>
                    <a:pt x="449580" y="18229"/>
                  </a:cubicBezTo>
                  <a:cubicBezTo>
                    <a:pt x="474980" y="33469"/>
                    <a:pt x="490220" y="67759"/>
                    <a:pt x="504190" y="96969"/>
                  </a:cubicBezTo>
                  <a:cubicBezTo>
                    <a:pt x="520700" y="131259"/>
                    <a:pt x="528320" y="171899"/>
                    <a:pt x="537210" y="213809"/>
                  </a:cubicBezTo>
                  <a:cubicBezTo>
                    <a:pt x="547370" y="263339"/>
                    <a:pt x="552450" y="320489"/>
                    <a:pt x="557530" y="376369"/>
                  </a:cubicBezTo>
                  <a:cubicBezTo>
                    <a:pt x="563880" y="438599"/>
                    <a:pt x="568960" y="507179"/>
                    <a:pt x="574040" y="569409"/>
                  </a:cubicBezTo>
                  <a:cubicBezTo>
                    <a:pt x="579120" y="630369"/>
                    <a:pt x="580390" y="747209"/>
                    <a:pt x="586740" y="749749"/>
                  </a:cubicBezTo>
                  <a:cubicBezTo>
                    <a:pt x="588010" y="749749"/>
                    <a:pt x="588010" y="743399"/>
                    <a:pt x="591820" y="740859"/>
                  </a:cubicBezTo>
                  <a:cubicBezTo>
                    <a:pt x="607060" y="731969"/>
                    <a:pt x="703580" y="705299"/>
                    <a:pt x="731520" y="724349"/>
                  </a:cubicBezTo>
                  <a:cubicBezTo>
                    <a:pt x="756920" y="742129"/>
                    <a:pt x="756920" y="799279"/>
                    <a:pt x="762000" y="836109"/>
                  </a:cubicBezTo>
                  <a:cubicBezTo>
                    <a:pt x="767080" y="870399"/>
                    <a:pt x="763270" y="903419"/>
                    <a:pt x="764540" y="938979"/>
                  </a:cubicBezTo>
                  <a:cubicBezTo>
                    <a:pt x="764540" y="977079"/>
                    <a:pt x="764540" y="1020259"/>
                    <a:pt x="764540" y="1062169"/>
                  </a:cubicBezTo>
                  <a:cubicBezTo>
                    <a:pt x="763270" y="1105349"/>
                    <a:pt x="763270" y="1149799"/>
                    <a:pt x="763270" y="1194249"/>
                  </a:cubicBezTo>
                  <a:cubicBezTo>
                    <a:pt x="762000" y="1239969"/>
                    <a:pt x="764540" y="1285689"/>
                    <a:pt x="762000" y="1331409"/>
                  </a:cubicBezTo>
                  <a:cubicBezTo>
                    <a:pt x="758190" y="1378399"/>
                    <a:pt x="750570" y="1425389"/>
                    <a:pt x="741680" y="1469839"/>
                  </a:cubicBezTo>
                  <a:cubicBezTo>
                    <a:pt x="735330" y="1513019"/>
                    <a:pt x="725170" y="1553659"/>
                    <a:pt x="716280" y="1593029"/>
                  </a:cubicBezTo>
                  <a:cubicBezTo>
                    <a:pt x="707390" y="1629859"/>
                    <a:pt x="698500" y="1665419"/>
                    <a:pt x="687070" y="1700979"/>
                  </a:cubicBezTo>
                  <a:cubicBezTo>
                    <a:pt x="675640" y="1736539"/>
                    <a:pt x="660400" y="1772099"/>
                    <a:pt x="646430" y="1805119"/>
                  </a:cubicBezTo>
                  <a:cubicBezTo>
                    <a:pt x="632460" y="1838139"/>
                    <a:pt x="615950" y="1869889"/>
                    <a:pt x="600710" y="1897829"/>
                  </a:cubicBezTo>
                  <a:cubicBezTo>
                    <a:pt x="588010" y="1921959"/>
                    <a:pt x="576580" y="1941009"/>
                    <a:pt x="563880" y="1965139"/>
                  </a:cubicBezTo>
                  <a:cubicBezTo>
                    <a:pt x="551180" y="1990539"/>
                    <a:pt x="528320" y="2021019"/>
                    <a:pt x="524510" y="2048959"/>
                  </a:cubicBezTo>
                  <a:cubicBezTo>
                    <a:pt x="520700" y="2074359"/>
                    <a:pt x="530860" y="2101029"/>
                    <a:pt x="538480" y="2126429"/>
                  </a:cubicBezTo>
                  <a:cubicBezTo>
                    <a:pt x="547370" y="2149289"/>
                    <a:pt x="572770" y="2187389"/>
                    <a:pt x="575310" y="2192469"/>
                  </a:cubicBezTo>
                  <a:cubicBezTo>
                    <a:pt x="575310" y="2192469"/>
                    <a:pt x="575310" y="2193739"/>
                    <a:pt x="575310" y="2193739"/>
                  </a:cubicBezTo>
                  <a:cubicBezTo>
                    <a:pt x="579120" y="2193739"/>
                    <a:pt x="614680" y="2161989"/>
                    <a:pt x="637540" y="2144209"/>
                  </a:cubicBezTo>
                  <a:cubicBezTo>
                    <a:pt x="666750" y="2120079"/>
                    <a:pt x="703580" y="2092139"/>
                    <a:pt x="736600" y="2062929"/>
                  </a:cubicBezTo>
                  <a:cubicBezTo>
                    <a:pt x="770890" y="2033719"/>
                    <a:pt x="802640" y="1999429"/>
                    <a:pt x="836930" y="1970219"/>
                  </a:cubicBezTo>
                  <a:cubicBezTo>
                    <a:pt x="871220" y="1939739"/>
                    <a:pt x="914400" y="1904179"/>
                    <a:pt x="942340" y="1883859"/>
                  </a:cubicBezTo>
                  <a:cubicBezTo>
                    <a:pt x="960120" y="1869889"/>
                    <a:pt x="974090" y="1864809"/>
                    <a:pt x="986790" y="1853379"/>
                  </a:cubicBezTo>
                  <a:cubicBezTo>
                    <a:pt x="999490" y="1841949"/>
                    <a:pt x="1005840" y="1831789"/>
                    <a:pt x="1017270" y="1819089"/>
                  </a:cubicBezTo>
                  <a:cubicBezTo>
                    <a:pt x="1032510" y="1802579"/>
                    <a:pt x="1050290" y="1780989"/>
                    <a:pt x="1071880" y="1763209"/>
                  </a:cubicBezTo>
                  <a:cubicBezTo>
                    <a:pt x="1096010" y="1742889"/>
                    <a:pt x="1131570" y="1722569"/>
                    <a:pt x="1159510" y="1704789"/>
                  </a:cubicBezTo>
                  <a:cubicBezTo>
                    <a:pt x="1187450" y="1687009"/>
                    <a:pt x="1212850" y="1670499"/>
                    <a:pt x="1238250" y="1655259"/>
                  </a:cubicBezTo>
                  <a:cubicBezTo>
                    <a:pt x="1262380" y="1641289"/>
                    <a:pt x="1282700" y="1628589"/>
                    <a:pt x="1310640" y="1615889"/>
                  </a:cubicBezTo>
                  <a:cubicBezTo>
                    <a:pt x="1343660" y="1599379"/>
                    <a:pt x="1390650" y="1570169"/>
                    <a:pt x="1424940" y="1571439"/>
                  </a:cubicBezTo>
                  <a:cubicBezTo>
                    <a:pt x="1454150" y="1571439"/>
                    <a:pt x="1483360" y="1609539"/>
                    <a:pt x="1504950" y="1604459"/>
                  </a:cubicBezTo>
                  <a:cubicBezTo>
                    <a:pt x="1524000" y="1600649"/>
                    <a:pt x="1532890" y="1575249"/>
                    <a:pt x="1550670" y="1557469"/>
                  </a:cubicBezTo>
                  <a:cubicBezTo>
                    <a:pt x="1574800" y="1534609"/>
                    <a:pt x="1605280" y="1504129"/>
                    <a:pt x="1634490" y="1481269"/>
                  </a:cubicBezTo>
                  <a:cubicBezTo>
                    <a:pt x="1661160" y="1460949"/>
                    <a:pt x="1711960" y="1434279"/>
                    <a:pt x="1715770" y="1429199"/>
                  </a:cubicBezTo>
                  <a:cubicBezTo>
                    <a:pt x="1717040" y="1429199"/>
                    <a:pt x="1715770" y="1429199"/>
                    <a:pt x="1717040" y="1427929"/>
                  </a:cubicBezTo>
                  <a:cubicBezTo>
                    <a:pt x="1720850" y="1420309"/>
                    <a:pt x="1795780" y="1284419"/>
                    <a:pt x="1795780" y="1283149"/>
                  </a:cubicBezTo>
                  <a:cubicBezTo>
                    <a:pt x="1795780" y="1283149"/>
                    <a:pt x="1797050" y="1278069"/>
                    <a:pt x="1797050" y="1276799"/>
                  </a:cubicBezTo>
                  <a:cubicBezTo>
                    <a:pt x="1798320" y="1274259"/>
                    <a:pt x="1799590" y="1269179"/>
                    <a:pt x="1799590" y="1269179"/>
                  </a:cubicBezTo>
                  <a:cubicBezTo>
                    <a:pt x="1799590" y="1267909"/>
                    <a:pt x="1802130" y="1264099"/>
                    <a:pt x="1803400" y="1261559"/>
                  </a:cubicBezTo>
                  <a:cubicBezTo>
                    <a:pt x="1804670" y="1259019"/>
                    <a:pt x="1805940" y="1255209"/>
                    <a:pt x="1807210" y="1255209"/>
                  </a:cubicBezTo>
                  <a:cubicBezTo>
                    <a:pt x="1807210" y="1255209"/>
                    <a:pt x="1809750" y="1251399"/>
                    <a:pt x="1812290" y="1248859"/>
                  </a:cubicBezTo>
                  <a:cubicBezTo>
                    <a:pt x="1813560" y="1247589"/>
                    <a:pt x="1817370" y="1243779"/>
                    <a:pt x="1817370" y="1243779"/>
                  </a:cubicBezTo>
                  <a:cubicBezTo>
                    <a:pt x="1817370" y="1243779"/>
                    <a:pt x="1821180" y="1239969"/>
                    <a:pt x="1823720" y="1238699"/>
                  </a:cubicBezTo>
                  <a:cubicBezTo>
                    <a:pt x="1826260" y="1237429"/>
                    <a:pt x="1830070" y="1234889"/>
                    <a:pt x="1830070" y="1234889"/>
                  </a:cubicBezTo>
                  <a:cubicBezTo>
                    <a:pt x="1830070" y="1234889"/>
                    <a:pt x="1835150" y="1232349"/>
                    <a:pt x="1837690" y="1232349"/>
                  </a:cubicBezTo>
                  <a:cubicBezTo>
                    <a:pt x="1840230" y="1231079"/>
                    <a:pt x="1844040" y="1229809"/>
                    <a:pt x="1844040" y="1229809"/>
                  </a:cubicBezTo>
                  <a:cubicBezTo>
                    <a:pt x="1844040" y="1228539"/>
                    <a:pt x="1849120" y="1228539"/>
                    <a:pt x="1851660" y="1228539"/>
                  </a:cubicBezTo>
                  <a:cubicBezTo>
                    <a:pt x="1855470" y="1228539"/>
                    <a:pt x="1860550" y="1227269"/>
                    <a:pt x="1860550" y="1227269"/>
                  </a:cubicBezTo>
                  <a:cubicBezTo>
                    <a:pt x="1860550" y="1227269"/>
                    <a:pt x="1865630" y="1228539"/>
                    <a:pt x="1868170" y="1228539"/>
                  </a:cubicBezTo>
                  <a:cubicBezTo>
                    <a:pt x="1870710" y="1228539"/>
                    <a:pt x="1875790" y="1229809"/>
                    <a:pt x="1875790" y="1229809"/>
                  </a:cubicBezTo>
                  <a:cubicBezTo>
                    <a:pt x="1875790" y="1229809"/>
                    <a:pt x="1880870" y="1231079"/>
                    <a:pt x="1882140" y="1232349"/>
                  </a:cubicBezTo>
                  <a:cubicBezTo>
                    <a:pt x="1884680" y="1233619"/>
                    <a:pt x="1889760" y="1234889"/>
                    <a:pt x="1889760" y="1234889"/>
                  </a:cubicBezTo>
                  <a:cubicBezTo>
                    <a:pt x="1889760" y="1234889"/>
                    <a:pt x="1894840" y="1238699"/>
                    <a:pt x="1896110" y="1239969"/>
                  </a:cubicBezTo>
                  <a:cubicBezTo>
                    <a:pt x="1898650" y="1241239"/>
                    <a:pt x="1902460" y="1243779"/>
                    <a:pt x="1902460" y="1243779"/>
                  </a:cubicBezTo>
                  <a:cubicBezTo>
                    <a:pt x="1902460" y="1243779"/>
                    <a:pt x="1906270" y="1247589"/>
                    <a:pt x="1907540" y="1250129"/>
                  </a:cubicBezTo>
                  <a:cubicBezTo>
                    <a:pt x="1910080" y="1251399"/>
                    <a:pt x="1912620" y="1255209"/>
                    <a:pt x="1912620" y="1255209"/>
                  </a:cubicBezTo>
                  <a:cubicBezTo>
                    <a:pt x="1912620" y="1256479"/>
                    <a:pt x="1915160" y="1260289"/>
                    <a:pt x="1916430" y="1262829"/>
                  </a:cubicBezTo>
                  <a:cubicBezTo>
                    <a:pt x="1917700" y="1265369"/>
                    <a:pt x="1920240" y="1269179"/>
                    <a:pt x="1920240" y="1269179"/>
                  </a:cubicBezTo>
                  <a:cubicBezTo>
                    <a:pt x="1920240" y="1269179"/>
                    <a:pt x="1920240" y="1270449"/>
                    <a:pt x="1920240" y="1270449"/>
                  </a:cubicBezTo>
                  <a:cubicBezTo>
                    <a:pt x="1921510" y="1270449"/>
                    <a:pt x="1943100" y="1228539"/>
                    <a:pt x="1954530" y="1203139"/>
                  </a:cubicBezTo>
                  <a:cubicBezTo>
                    <a:pt x="1969770" y="1173929"/>
                    <a:pt x="1986280" y="1135829"/>
                    <a:pt x="2001520" y="1105349"/>
                  </a:cubicBezTo>
                  <a:cubicBezTo>
                    <a:pt x="2012950" y="1079949"/>
                    <a:pt x="2016760" y="1057089"/>
                    <a:pt x="2034540" y="1035499"/>
                  </a:cubicBezTo>
                  <a:cubicBezTo>
                    <a:pt x="2056130" y="1007559"/>
                    <a:pt x="2095500" y="964379"/>
                    <a:pt x="2127250" y="961839"/>
                  </a:cubicBezTo>
                  <a:cubicBezTo>
                    <a:pt x="2160270" y="960569"/>
                    <a:pt x="2211070" y="992319"/>
                    <a:pt x="2230120" y="1021529"/>
                  </a:cubicBezTo>
                  <a:cubicBezTo>
                    <a:pt x="2250440" y="1052009"/>
                    <a:pt x="2239010" y="1105349"/>
                    <a:pt x="2245360" y="1142179"/>
                  </a:cubicBezTo>
                  <a:cubicBezTo>
                    <a:pt x="2250440" y="1173929"/>
                    <a:pt x="2255520" y="1200599"/>
                    <a:pt x="2261870" y="1231079"/>
                  </a:cubicBezTo>
                  <a:cubicBezTo>
                    <a:pt x="2266950" y="1264099"/>
                    <a:pt x="2274570" y="1309819"/>
                    <a:pt x="2278380" y="1332679"/>
                  </a:cubicBezTo>
                  <a:cubicBezTo>
                    <a:pt x="2280920" y="1344109"/>
                    <a:pt x="2280920" y="1358079"/>
                    <a:pt x="2282190" y="1359349"/>
                  </a:cubicBezTo>
                  <a:cubicBezTo>
                    <a:pt x="2283460" y="1360619"/>
                    <a:pt x="2283460" y="1359349"/>
                    <a:pt x="2284730" y="1359349"/>
                  </a:cubicBezTo>
                  <a:cubicBezTo>
                    <a:pt x="2286000" y="1359349"/>
                    <a:pt x="2293620" y="1359349"/>
                    <a:pt x="2293620" y="1359349"/>
                  </a:cubicBezTo>
                  <a:cubicBezTo>
                    <a:pt x="2293620" y="1359349"/>
                    <a:pt x="2299970" y="1361889"/>
                    <a:pt x="2303780" y="1361889"/>
                  </a:cubicBezTo>
                  <a:cubicBezTo>
                    <a:pt x="2306320" y="1363159"/>
                    <a:pt x="2312670" y="1364429"/>
                    <a:pt x="2312670" y="1364429"/>
                  </a:cubicBezTo>
                  <a:cubicBezTo>
                    <a:pt x="2312670" y="1364429"/>
                    <a:pt x="2319020" y="1368239"/>
                    <a:pt x="2321560" y="1369509"/>
                  </a:cubicBezTo>
                  <a:cubicBezTo>
                    <a:pt x="2324100" y="1370779"/>
                    <a:pt x="2330450" y="1373319"/>
                    <a:pt x="2330450" y="1373319"/>
                  </a:cubicBezTo>
                  <a:cubicBezTo>
                    <a:pt x="2330450" y="1373319"/>
                    <a:pt x="2334260" y="1378399"/>
                    <a:pt x="2336800" y="1379669"/>
                  </a:cubicBezTo>
                  <a:cubicBezTo>
                    <a:pt x="2339340" y="1382209"/>
                    <a:pt x="2344420" y="1386019"/>
                    <a:pt x="2344420" y="1386019"/>
                  </a:cubicBezTo>
                  <a:cubicBezTo>
                    <a:pt x="2344420" y="1386019"/>
                    <a:pt x="2345690" y="1389829"/>
                    <a:pt x="2346960" y="1389829"/>
                  </a:cubicBezTo>
                  <a:cubicBezTo>
                    <a:pt x="2346960" y="1389829"/>
                    <a:pt x="2346960" y="1388559"/>
                    <a:pt x="2346960" y="1388559"/>
                  </a:cubicBezTo>
                  <a:cubicBezTo>
                    <a:pt x="2348230" y="1382209"/>
                    <a:pt x="2363470" y="1304739"/>
                    <a:pt x="2371090" y="1264099"/>
                  </a:cubicBezTo>
                  <a:cubicBezTo>
                    <a:pt x="2378710" y="1225999"/>
                    <a:pt x="2382520" y="1186629"/>
                    <a:pt x="2392680" y="1151069"/>
                  </a:cubicBezTo>
                  <a:cubicBezTo>
                    <a:pt x="2404110" y="1115509"/>
                    <a:pt x="2434590" y="1049469"/>
                    <a:pt x="2434590" y="1049469"/>
                  </a:cubicBezTo>
                  <a:cubicBezTo>
                    <a:pt x="2434590" y="1049469"/>
                    <a:pt x="2435860" y="1043119"/>
                    <a:pt x="2435860" y="1040579"/>
                  </a:cubicBezTo>
                  <a:cubicBezTo>
                    <a:pt x="2437130" y="1038039"/>
                    <a:pt x="2437130" y="1032959"/>
                    <a:pt x="2437130" y="1032959"/>
                  </a:cubicBezTo>
                  <a:cubicBezTo>
                    <a:pt x="2437130" y="1032959"/>
                    <a:pt x="2439670" y="1027879"/>
                    <a:pt x="2440940" y="1025339"/>
                  </a:cubicBezTo>
                  <a:cubicBezTo>
                    <a:pt x="2440940" y="1022799"/>
                    <a:pt x="2443480" y="1017719"/>
                    <a:pt x="2443480" y="1017719"/>
                  </a:cubicBezTo>
                  <a:cubicBezTo>
                    <a:pt x="2443480" y="1017719"/>
                    <a:pt x="2446020" y="1013909"/>
                    <a:pt x="2448560" y="1011369"/>
                  </a:cubicBezTo>
                  <a:cubicBezTo>
                    <a:pt x="2449830" y="1008829"/>
                    <a:pt x="2452370" y="1005019"/>
                    <a:pt x="2452370" y="1005019"/>
                  </a:cubicBezTo>
                  <a:cubicBezTo>
                    <a:pt x="2452370" y="1005019"/>
                    <a:pt x="2457450" y="1001209"/>
                    <a:pt x="2458720" y="999939"/>
                  </a:cubicBezTo>
                  <a:cubicBezTo>
                    <a:pt x="2461260" y="998669"/>
                    <a:pt x="2465070" y="994859"/>
                    <a:pt x="2465070" y="994859"/>
                  </a:cubicBezTo>
                  <a:cubicBezTo>
                    <a:pt x="2465070" y="994859"/>
                    <a:pt x="2470150" y="992319"/>
                    <a:pt x="2472690" y="991049"/>
                  </a:cubicBezTo>
                  <a:cubicBezTo>
                    <a:pt x="2475230" y="989779"/>
                    <a:pt x="2479040" y="987239"/>
                    <a:pt x="2479040" y="987239"/>
                  </a:cubicBezTo>
                  <a:cubicBezTo>
                    <a:pt x="2479040" y="987239"/>
                    <a:pt x="2485390" y="985969"/>
                    <a:pt x="2487930" y="985969"/>
                  </a:cubicBezTo>
                  <a:cubicBezTo>
                    <a:pt x="2490470" y="984699"/>
                    <a:pt x="2495550" y="983429"/>
                    <a:pt x="2495550" y="983429"/>
                  </a:cubicBezTo>
                  <a:cubicBezTo>
                    <a:pt x="2495550" y="983429"/>
                    <a:pt x="2500630" y="984699"/>
                    <a:pt x="2503170" y="984699"/>
                  </a:cubicBezTo>
                  <a:cubicBezTo>
                    <a:pt x="2505710" y="984699"/>
                    <a:pt x="2510790" y="984699"/>
                    <a:pt x="2510790" y="984699"/>
                  </a:cubicBezTo>
                  <a:cubicBezTo>
                    <a:pt x="2512060" y="984699"/>
                    <a:pt x="2517140" y="985969"/>
                    <a:pt x="2519680" y="985969"/>
                  </a:cubicBezTo>
                  <a:cubicBezTo>
                    <a:pt x="2522220" y="987239"/>
                    <a:pt x="2527300" y="988509"/>
                    <a:pt x="2527300" y="988509"/>
                  </a:cubicBezTo>
                  <a:cubicBezTo>
                    <a:pt x="2527300" y="988509"/>
                    <a:pt x="2531110" y="991049"/>
                    <a:pt x="2533650" y="992319"/>
                  </a:cubicBezTo>
                  <a:cubicBezTo>
                    <a:pt x="2536190" y="993589"/>
                    <a:pt x="2541270" y="996129"/>
                    <a:pt x="2541270" y="996129"/>
                  </a:cubicBezTo>
                  <a:cubicBezTo>
                    <a:pt x="2541270" y="996129"/>
                    <a:pt x="2545080" y="999939"/>
                    <a:pt x="2546350" y="1002479"/>
                  </a:cubicBezTo>
                  <a:cubicBezTo>
                    <a:pt x="2548890" y="1003749"/>
                    <a:pt x="2552700" y="1007559"/>
                    <a:pt x="2552700" y="1007559"/>
                  </a:cubicBezTo>
                  <a:cubicBezTo>
                    <a:pt x="2552700" y="1007559"/>
                    <a:pt x="2555240" y="1011369"/>
                    <a:pt x="2557780" y="1013909"/>
                  </a:cubicBezTo>
                  <a:cubicBezTo>
                    <a:pt x="2559050" y="1016449"/>
                    <a:pt x="2561590" y="1020259"/>
                    <a:pt x="2561590" y="1020259"/>
                  </a:cubicBezTo>
                  <a:cubicBezTo>
                    <a:pt x="2561590" y="1020259"/>
                    <a:pt x="2562860" y="1025339"/>
                    <a:pt x="2564130" y="1027879"/>
                  </a:cubicBezTo>
                  <a:cubicBezTo>
                    <a:pt x="2565400" y="1030419"/>
                    <a:pt x="2566670" y="1035499"/>
                    <a:pt x="2566670" y="1035499"/>
                  </a:cubicBezTo>
                  <a:cubicBezTo>
                    <a:pt x="2566670" y="1035499"/>
                    <a:pt x="2567940" y="1041849"/>
                    <a:pt x="2567940" y="1044389"/>
                  </a:cubicBezTo>
                  <a:cubicBezTo>
                    <a:pt x="2567940" y="1046929"/>
                    <a:pt x="2569210" y="1052009"/>
                    <a:pt x="2569210" y="1052009"/>
                  </a:cubicBezTo>
                  <a:cubicBezTo>
                    <a:pt x="2569210" y="1052009"/>
                    <a:pt x="2567940" y="1055819"/>
                    <a:pt x="2567940" y="1055819"/>
                  </a:cubicBezTo>
                  <a:cubicBezTo>
                    <a:pt x="2569210" y="1057089"/>
                    <a:pt x="2570480" y="1055819"/>
                    <a:pt x="2571750" y="1055819"/>
                  </a:cubicBezTo>
                  <a:cubicBezTo>
                    <a:pt x="2573020" y="1057089"/>
                    <a:pt x="2579370" y="1057089"/>
                    <a:pt x="2579370" y="1057089"/>
                  </a:cubicBezTo>
                  <a:cubicBezTo>
                    <a:pt x="2580640" y="1057089"/>
                    <a:pt x="2585720" y="1059629"/>
                    <a:pt x="2588260" y="1060899"/>
                  </a:cubicBezTo>
                  <a:cubicBezTo>
                    <a:pt x="2590800" y="1062169"/>
                    <a:pt x="2595880" y="1063439"/>
                    <a:pt x="2595880" y="1063439"/>
                  </a:cubicBezTo>
                  <a:cubicBezTo>
                    <a:pt x="2595880" y="1063439"/>
                    <a:pt x="2600960" y="1067249"/>
                    <a:pt x="2603500" y="1068519"/>
                  </a:cubicBezTo>
                  <a:cubicBezTo>
                    <a:pt x="2606040" y="1069789"/>
                    <a:pt x="2611120" y="1073599"/>
                    <a:pt x="2611120" y="1073599"/>
                  </a:cubicBezTo>
                  <a:cubicBezTo>
                    <a:pt x="2611120" y="1073599"/>
                    <a:pt x="2614930" y="1078679"/>
                    <a:pt x="2616200" y="1079949"/>
                  </a:cubicBezTo>
                  <a:cubicBezTo>
                    <a:pt x="2618740" y="1082489"/>
                    <a:pt x="2622550" y="1086299"/>
                    <a:pt x="2622550" y="1086299"/>
                  </a:cubicBezTo>
                  <a:cubicBezTo>
                    <a:pt x="2622550" y="1087569"/>
                    <a:pt x="2625090" y="1092649"/>
                    <a:pt x="2626360" y="1095189"/>
                  </a:cubicBezTo>
                  <a:cubicBezTo>
                    <a:pt x="2627630" y="1097729"/>
                    <a:pt x="2630170" y="1102809"/>
                    <a:pt x="2630170" y="1102809"/>
                  </a:cubicBezTo>
                  <a:cubicBezTo>
                    <a:pt x="2630170" y="1102809"/>
                    <a:pt x="2632710" y="1107889"/>
                    <a:pt x="2632710" y="1110429"/>
                  </a:cubicBezTo>
                  <a:cubicBezTo>
                    <a:pt x="2633980" y="1114239"/>
                    <a:pt x="2635250" y="1119319"/>
                    <a:pt x="2635250" y="1119319"/>
                  </a:cubicBezTo>
                  <a:cubicBezTo>
                    <a:pt x="2635250" y="1119319"/>
                    <a:pt x="2635250" y="1125669"/>
                    <a:pt x="2635250" y="1128209"/>
                  </a:cubicBezTo>
                  <a:cubicBezTo>
                    <a:pt x="2635250" y="1130749"/>
                    <a:pt x="2635250" y="1137099"/>
                    <a:pt x="2635250" y="1137099"/>
                  </a:cubicBezTo>
                  <a:cubicBezTo>
                    <a:pt x="2635250" y="1137099"/>
                    <a:pt x="2637790" y="1186629"/>
                    <a:pt x="2637790" y="1214569"/>
                  </a:cubicBezTo>
                  <a:cubicBezTo>
                    <a:pt x="2637790" y="1245049"/>
                    <a:pt x="2639060" y="1278069"/>
                    <a:pt x="2637790" y="1313629"/>
                  </a:cubicBezTo>
                  <a:cubicBezTo>
                    <a:pt x="2635250" y="1355539"/>
                    <a:pt x="2628900" y="1403799"/>
                    <a:pt x="2626360" y="1449519"/>
                  </a:cubicBezTo>
                  <a:cubicBezTo>
                    <a:pt x="2622550" y="1496509"/>
                    <a:pt x="2623820" y="1543499"/>
                    <a:pt x="2618740" y="1591759"/>
                  </a:cubicBezTo>
                  <a:cubicBezTo>
                    <a:pt x="2613660" y="1643829"/>
                    <a:pt x="2603500" y="1699709"/>
                    <a:pt x="2595880" y="1749239"/>
                  </a:cubicBezTo>
                  <a:cubicBezTo>
                    <a:pt x="2589530" y="1796229"/>
                    <a:pt x="2584450" y="1840679"/>
                    <a:pt x="2578100" y="1885129"/>
                  </a:cubicBezTo>
                  <a:cubicBezTo>
                    <a:pt x="2573020" y="1929579"/>
                    <a:pt x="2566670" y="1972759"/>
                    <a:pt x="2561590" y="2014669"/>
                  </a:cubicBezTo>
                  <a:cubicBezTo>
                    <a:pt x="2556510" y="2052769"/>
                    <a:pt x="2553970" y="2090869"/>
                    <a:pt x="2546350" y="2125159"/>
                  </a:cubicBezTo>
                  <a:cubicBezTo>
                    <a:pt x="2540000" y="2155639"/>
                    <a:pt x="2527300" y="2186119"/>
                    <a:pt x="2520950" y="2210249"/>
                  </a:cubicBezTo>
                  <a:cubicBezTo>
                    <a:pt x="2515870" y="2225489"/>
                    <a:pt x="2512060" y="2249619"/>
                    <a:pt x="2512060" y="2249619"/>
                  </a:cubicBezTo>
                  <a:cubicBezTo>
                    <a:pt x="2510790" y="2249619"/>
                    <a:pt x="2512060" y="2249619"/>
                    <a:pt x="2512060" y="2249619"/>
                  </a:cubicBezTo>
                  <a:cubicBezTo>
                    <a:pt x="2510790" y="2249619"/>
                    <a:pt x="2510790" y="2249619"/>
                    <a:pt x="2510790" y="2249619"/>
                  </a:cubicBezTo>
                  <a:cubicBezTo>
                    <a:pt x="2510790" y="2249619"/>
                    <a:pt x="2509520" y="2254699"/>
                    <a:pt x="2508250" y="2257239"/>
                  </a:cubicBezTo>
                  <a:cubicBezTo>
                    <a:pt x="2506980" y="2259779"/>
                    <a:pt x="2504440" y="2264859"/>
                    <a:pt x="2504440" y="2264859"/>
                  </a:cubicBezTo>
                  <a:cubicBezTo>
                    <a:pt x="2504440" y="2264859"/>
                    <a:pt x="2500630" y="2268669"/>
                    <a:pt x="2499360" y="2271209"/>
                  </a:cubicBezTo>
                  <a:cubicBezTo>
                    <a:pt x="2498090" y="2273749"/>
                    <a:pt x="2494280" y="2277559"/>
                    <a:pt x="2494280" y="2277559"/>
                  </a:cubicBezTo>
                  <a:cubicBezTo>
                    <a:pt x="2494280" y="2277559"/>
                    <a:pt x="2489200" y="2280099"/>
                    <a:pt x="2487930" y="2282639"/>
                  </a:cubicBezTo>
                  <a:cubicBezTo>
                    <a:pt x="2485390" y="2283909"/>
                    <a:pt x="2481580" y="2286449"/>
                    <a:pt x="2481580" y="2286449"/>
                  </a:cubicBezTo>
                  <a:cubicBezTo>
                    <a:pt x="2481580" y="2287719"/>
                    <a:pt x="2476500" y="2288989"/>
                    <a:pt x="2473960" y="2290259"/>
                  </a:cubicBezTo>
                  <a:cubicBezTo>
                    <a:pt x="2471420" y="2291529"/>
                    <a:pt x="2466340" y="2292799"/>
                    <a:pt x="2466340" y="2292799"/>
                  </a:cubicBezTo>
                  <a:cubicBezTo>
                    <a:pt x="2466340" y="2292799"/>
                    <a:pt x="2461260" y="2294069"/>
                    <a:pt x="2458720" y="2294069"/>
                  </a:cubicBezTo>
                  <a:cubicBezTo>
                    <a:pt x="2454910" y="2295339"/>
                    <a:pt x="2449830" y="2295339"/>
                    <a:pt x="2449830" y="2295339"/>
                  </a:cubicBezTo>
                  <a:cubicBezTo>
                    <a:pt x="2449830" y="2295339"/>
                    <a:pt x="2444750" y="2295339"/>
                    <a:pt x="2442210" y="2295339"/>
                  </a:cubicBezTo>
                  <a:cubicBezTo>
                    <a:pt x="2439670" y="2295339"/>
                    <a:pt x="2434590" y="2294069"/>
                    <a:pt x="2433320" y="2294069"/>
                  </a:cubicBezTo>
                  <a:cubicBezTo>
                    <a:pt x="2433320" y="2294069"/>
                    <a:pt x="2428240" y="2292799"/>
                    <a:pt x="2425700" y="2291529"/>
                  </a:cubicBezTo>
                  <a:cubicBezTo>
                    <a:pt x="2423160" y="2291529"/>
                    <a:pt x="2418080" y="2288989"/>
                    <a:pt x="2418080" y="2288989"/>
                  </a:cubicBezTo>
                  <a:cubicBezTo>
                    <a:pt x="2418080" y="2288989"/>
                    <a:pt x="2414270" y="2286449"/>
                    <a:pt x="2411730" y="2285179"/>
                  </a:cubicBezTo>
                  <a:cubicBezTo>
                    <a:pt x="2409190" y="2283909"/>
                    <a:pt x="2405380" y="2280099"/>
                    <a:pt x="2405380" y="2280099"/>
                  </a:cubicBezTo>
                  <a:cubicBezTo>
                    <a:pt x="2404110" y="2280099"/>
                    <a:pt x="2401570" y="2276289"/>
                    <a:pt x="2399030" y="2275019"/>
                  </a:cubicBezTo>
                  <a:cubicBezTo>
                    <a:pt x="2397760" y="2272479"/>
                    <a:pt x="2393950" y="2268669"/>
                    <a:pt x="2393950" y="2268669"/>
                  </a:cubicBezTo>
                  <a:cubicBezTo>
                    <a:pt x="2393950" y="2268669"/>
                    <a:pt x="2391410" y="2263589"/>
                    <a:pt x="2390140" y="2262319"/>
                  </a:cubicBezTo>
                  <a:cubicBezTo>
                    <a:pt x="2387600" y="2259779"/>
                    <a:pt x="2385060" y="2254699"/>
                    <a:pt x="2385060" y="2254699"/>
                  </a:cubicBezTo>
                  <a:cubicBezTo>
                    <a:pt x="2385060" y="2254699"/>
                    <a:pt x="2383790" y="2248349"/>
                    <a:pt x="2383790" y="2247079"/>
                  </a:cubicBezTo>
                  <a:cubicBezTo>
                    <a:pt x="2383790" y="2247079"/>
                    <a:pt x="2383790" y="2247079"/>
                    <a:pt x="2382520" y="2247079"/>
                  </a:cubicBezTo>
                  <a:cubicBezTo>
                    <a:pt x="2382520" y="2247079"/>
                    <a:pt x="2376170" y="2252159"/>
                    <a:pt x="2376170" y="2253429"/>
                  </a:cubicBezTo>
                  <a:cubicBezTo>
                    <a:pt x="2376170" y="2253429"/>
                    <a:pt x="2369820" y="2255969"/>
                    <a:pt x="2367280" y="2257239"/>
                  </a:cubicBezTo>
                  <a:cubicBezTo>
                    <a:pt x="2364740" y="2258509"/>
                    <a:pt x="2359660" y="2262319"/>
                    <a:pt x="2359660" y="2262319"/>
                  </a:cubicBezTo>
                  <a:cubicBezTo>
                    <a:pt x="2359660" y="2262319"/>
                    <a:pt x="2359660" y="2262319"/>
                    <a:pt x="2358390" y="2262319"/>
                  </a:cubicBezTo>
                  <a:cubicBezTo>
                    <a:pt x="2358390" y="2262319"/>
                    <a:pt x="2353310" y="2263589"/>
                    <a:pt x="2349500" y="2263589"/>
                  </a:cubicBezTo>
                  <a:cubicBezTo>
                    <a:pt x="2346960" y="2264859"/>
                    <a:pt x="2340610" y="2266129"/>
                    <a:pt x="2340610" y="2266129"/>
                  </a:cubicBezTo>
                  <a:cubicBezTo>
                    <a:pt x="2340610" y="2266129"/>
                    <a:pt x="2334260" y="2266129"/>
                    <a:pt x="2330450" y="2266129"/>
                  </a:cubicBezTo>
                  <a:cubicBezTo>
                    <a:pt x="2327910" y="2266129"/>
                    <a:pt x="2321560" y="2266129"/>
                    <a:pt x="2321560" y="2266129"/>
                  </a:cubicBezTo>
                  <a:cubicBezTo>
                    <a:pt x="2321560" y="2266129"/>
                    <a:pt x="2315210" y="2264859"/>
                    <a:pt x="2312670" y="2263589"/>
                  </a:cubicBezTo>
                  <a:cubicBezTo>
                    <a:pt x="2308860" y="2263589"/>
                    <a:pt x="2302510" y="2262319"/>
                    <a:pt x="2302510" y="2262319"/>
                  </a:cubicBezTo>
                  <a:cubicBezTo>
                    <a:pt x="2302510" y="2262319"/>
                    <a:pt x="2297430" y="2258509"/>
                    <a:pt x="2294890" y="2257239"/>
                  </a:cubicBezTo>
                  <a:cubicBezTo>
                    <a:pt x="2291080" y="2255969"/>
                    <a:pt x="2286000" y="2253429"/>
                    <a:pt x="2286000" y="2253429"/>
                  </a:cubicBezTo>
                  <a:cubicBezTo>
                    <a:pt x="2286000" y="2253429"/>
                    <a:pt x="2280920" y="2248349"/>
                    <a:pt x="2278380" y="2247079"/>
                  </a:cubicBezTo>
                  <a:cubicBezTo>
                    <a:pt x="2277110" y="2245809"/>
                    <a:pt x="2275840" y="2243269"/>
                    <a:pt x="2275840" y="2243269"/>
                  </a:cubicBezTo>
                  <a:cubicBezTo>
                    <a:pt x="2274570" y="2243269"/>
                    <a:pt x="2274570" y="2244539"/>
                    <a:pt x="2274570" y="2244539"/>
                  </a:cubicBezTo>
                  <a:cubicBezTo>
                    <a:pt x="2273300" y="2245809"/>
                    <a:pt x="2268220" y="2250889"/>
                    <a:pt x="2268220" y="2250889"/>
                  </a:cubicBezTo>
                  <a:cubicBezTo>
                    <a:pt x="2268220" y="2250889"/>
                    <a:pt x="2261870" y="2254699"/>
                    <a:pt x="2259330" y="2255969"/>
                  </a:cubicBezTo>
                  <a:cubicBezTo>
                    <a:pt x="2256790" y="2257239"/>
                    <a:pt x="2251710" y="2261049"/>
                    <a:pt x="2251710" y="2261049"/>
                  </a:cubicBezTo>
                  <a:cubicBezTo>
                    <a:pt x="2251710" y="2261049"/>
                    <a:pt x="2245360" y="2262319"/>
                    <a:pt x="2242820" y="2263589"/>
                  </a:cubicBezTo>
                  <a:cubicBezTo>
                    <a:pt x="2240280" y="2264859"/>
                    <a:pt x="2233930" y="2266129"/>
                    <a:pt x="2233930" y="2266129"/>
                  </a:cubicBezTo>
                  <a:cubicBezTo>
                    <a:pt x="2233930" y="2266129"/>
                    <a:pt x="2227580" y="2266129"/>
                    <a:pt x="2225040" y="2266129"/>
                  </a:cubicBezTo>
                  <a:cubicBezTo>
                    <a:pt x="2222500" y="2266129"/>
                    <a:pt x="2216150" y="2267399"/>
                    <a:pt x="2216150" y="2267399"/>
                  </a:cubicBezTo>
                  <a:cubicBezTo>
                    <a:pt x="2216150" y="2267399"/>
                    <a:pt x="2209800" y="2266129"/>
                    <a:pt x="2207260" y="2264859"/>
                  </a:cubicBezTo>
                  <a:cubicBezTo>
                    <a:pt x="2203450" y="2264859"/>
                    <a:pt x="2198370" y="2263589"/>
                    <a:pt x="2197100" y="2263589"/>
                  </a:cubicBezTo>
                  <a:cubicBezTo>
                    <a:pt x="2197100" y="2263589"/>
                    <a:pt x="2192020" y="2261049"/>
                    <a:pt x="2189480" y="2259779"/>
                  </a:cubicBezTo>
                  <a:cubicBezTo>
                    <a:pt x="2186940" y="2258509"/>
                    <a:pt x="2185670" y="2257239"/>
                    <a:pt x="2184400" y="2257239"/>
                  </a:cubicBezTo>
                  <a:cubicBezTo>
                    <a:pt x="2183130" y="2257239"/>
                    <a:pt x="2183130" y="2257239"/>
                    <a:pt x="2181860" y="2257239"/>
                  </a:cubicBezTo>
                  <a:cubicBezTo>
                    <a:pt x="2179320" y="2258509"/>
                    <a:pt x="2172970" y="2259779"/>
                    <a:pt x="2172970" y="2259779"/>
                  </a:cubicBezTo>
                  <a:cubicBezTo>
                    <a:pt x="2172970" y="2259779"/>
                    <a:pt x="2167890" y="2259779"/>
                    <a:pt x="2165350" y="2259779"/>
                  </a:cubicBezTo>
                  <a:cubicBezTo>
                    <a:pt x="2161540" y="2259779"/>
                    <a:pt x="2156460" y="2259779"/>
                    <a:pt x="2156460" y="2259779"/>
                  </a:cubicBezTo>
                  <a:cubicBezTo>
                    <a:pt x="2156460" y="2259779"/>
                    <a:pt x="2151380" y="2257239"/>
                    <a:pt x="2148840" y="2257239"/>
                  </a:cubicBezTo>
                  <a:cubicBezTo>
                    <a:pt x="2145030" y="2255969"/>
                    <a:pt x="2139950" y="2254699"/>
                    <a:pt x="2139950" y="2254699"/>
                  </a:cubicBezTo>
                  <a:cubicBezTo>
                    <a:pt x="2139950" y="2254699"/>
                    <a:pt x="2134870" y="2252159"/>
                    <a:pt x="2132330" y="2250889"/>
                  </a:cubicBezTo>
                  <a:cubicBezTo>
                    <a:pt x="2129790" y="2249619"/>
                    <a:pt x="2124710" y="2247079"/>
                    <a:pt x="2124710" y="2247079"/>
                  </a:cubicBezTo>
                  <a:cubicBezTo>
                    <a:pt x="2124710" y="2247079"/>
                    <a:pt x="2120900" y="2243269"/>
                    <a:pt x="2118360" y="2240729"/>
                  </a:cubicBezTo>
                  <a:cubicBezTo>
                    <a:pt x="2117090" y="2239459"/>
                    <a:pt x="2112010" y="2235649"/>
                    <a:pt x="2112010" y="2235649"/>
                  </a:cubicBezTo>
                  <a:cubicBezTo>
                    <a:pt x="2112010" y="2235649"/>
                    <a:pt x="2109470" y="2230569"/>
                    <a:pt x="2108200" y="2228029"/>
                  </a:cubicBezTo>
                  <a:cubicBezTo>
                    <a:pt x="2105660" y="2225489"/>
                    <a:pt x="2103120" y="2221679"/>
                    <a:pt x="2103120" y="2221679"/>
                  </a:cubicBezTo>
                  <a:cubicBezTo>
                    <a:pt x="2103120" y="2221679"/>
                    <a:pt x="2100580" y="2216599"/>
                    <a:pt x="2100580" y="2212789"/>
                  </a:cubicBezTo>
                  <a:cubicBezTo>
                    <a:pt x="2099310" y="2210249"/>
                    <a:pt x="2096770" y="2205169"/>
                    <a:pt x="2096770" y="2205169"/>
                  </a:cubicBezTo>
                  <a:cubicBezTo>
                    <a:pt x="2096770" y="2205169"/>
                    <a:pt x="2096770" y="2200089"/>
                    <a:pt x="2096770" y="2197549"/>
                  </a:cubicBezTo>
                  <a:cubicBezTo>
                    <a:pt x="2095500" y="2193739"/>
                    <a:pt x="2095500" y="2188659"/>
                    <a:pt x="2095500" y="2188659"/>
                  </a:cubicBezTo>
                  <a:cubicBezTo>
                    <a:pt x="2095500" y="2188659"/>
                    <a:pt x="2096770" y="2182309"/>
                    <a:pt x="2096770" y="2179769"/>
                  </a:cubicBezTo>
                  <a:cubicBezTo>
                    <a:pt x="2096770" y="2177229"/>
                    <a:pt x="2098040" y="2172149"/>
                    <a:pt x="2098040" y="2172149"/>
                  </a:cubicBezTo>
                  <a:cubicBezTo>
                    <a:pt x="2098040" y="2170879"/>
                    <a:pt x="2085340" y="2092139"/>
                    <a:pt x="2078990" y="2088329"/>
                  </a:cubicBezTo>
                  <a:cubicBezTo>
                    <a:pt x="2078990" y="2088329"/>
                    <a:pt x="2076450" y="2089599"/>
                    <a:pt x="2076450" y="2089599"/>
                  </a:cubicBezTo>
                  <a:cubicBezTo>
                    <a:pt x="2076450" y="2089599"/>
                    <a:pt x="2071370" y="2089599"/>
                    <a:pt x="2067560" y="2089599"/>
                  </a:cubicBezTo>
                  <a:cubicBezTo>
                    <a:pt x="2065020" y="2089599"/>
                    <a:pt x="2059940" y="2089599"/>
                    <a:pt x="2059940" y="2089599"/>
                  </a:cubicBezTo>
                  <a:cubicBezTo>
                    <a:pt x="2059940" y="2089599"/>
                    <a:pt x="2053590" y="2088329"/>
                    <a:pt x="2051050" y="2088329"/>
                  </a:cubicBezTo>
                  <a:cubicBezTo>
                    <a:pt x="2048510" y="2088329"/>
                    <a:pt x="2043430" y="2087059"/>
                    <a:pt x="2043430" y="2087059"/>
                  </a:cubicBezTo>
                  <a:cubicBezTo>
                    <a:pt x="2043430" y="2087059"/>
                    <a:pt x="2037080" y="2083249"/>
                    <a:pt x="2035810" y="2083249"/>
                  </a:cubicBezTo>
                  <a:cubicBezTo>
                    <a:pt x="2034540" y="2083249"/>
                    <a:pt x="2034540" y="2081979"/>
                    <a:pt x="2034540" y="2081979"/>
                  </a:cubicBezTo>
                  <a:cubicBezTo>
                    <a:pt x="2033270" y="2081979"/>
                    <a:pt x="2033270" y="2084519"/>
                    <a:pt x="2032000" y="2087059"/>
                  </a:cubicBezTo>
                  <a:cubicBezTo>
                    <a:pt x="2028190" y="2097219"/>
                    <a:pt x="2011680" y="2136589"/>
                    <a:pt x="1998980" y="2164529"/>
                  </a:cubicBezTo>
                  <a:cubicBezTo>
                    <a:pt x="1982470" y="2201359"/>
                    <a:pt x="1944370" y="2288989"/>
                    <a:pt x="1944370" y="2288989"/>
                  </a:cubicBezTo>
                  <a:cubicBezTo>
                    <a:pt x="1944370" y="2288989"/>
                    <a:pt x="1943100" y="2295339"/>
                    <a:pt x="1943100" y="2299149"/>
                  </a:cubicBezTo>
                  <a:cubicBezTo>
                    <a:pt x="1943100" y="2301689"/>
                    <a:pt x="1941830" y="2308039"/>
                    <a:pt x="1941830" y="2308039"/>
                  </a:cubicBezTo>
                  <a:cubicBezTo>
                    <a:pt x="1941830" y="2308039"/>
                    <a:pt x="1940560" y="2314389"/>
                    <a:pt x="1939290" y="2316929"/>
                  </a:cubicBezTo>
                  <a:cubicBezTo>
                    <a:pt x="1938020" y="2320739"/>
                    <a:pt x="1935480" y="2327089"/>
                    <a:pt x="1935480" y="2327089"/>
                  </a:cubicBezTo>
                  <a:cubicBezTo>
                    <a:pt x="1935480" y="2327089"/>
                    <a:pt x="1931670" y="2332169"/>
                    <a:pt x="1930400" y="2334709"/>
                  </a:cubicBezTo>
                  <a:cubicBezTo>
                    <a:pt x="1927860" y="2337249"/>
                    <a:pt x="1924050" y="2342329"/>
                    <a:pt x="1924050" y="2342329"/>
                  </a:cubicBezTo>
                  <a:cubicBezTo>
                    <a:pt x="1924050" y="2342329"/>
                    <a:pt x="1920240" y="2347409"/>
                    <a:pt x="1917700" y="2348679"/>
                  </a:cubicBezTo>
                  <a:cubicBezTo>
                    <a:pt x="1915160" y="2351219"/>
                    <a:pt x="1910080" y="2356299"/>
                    <a:pt x="1910080" y="2356299"/>
                  </a:cubicBezTo>
                  <a:cubicBezTo>
                    <a:pt x="1910080" y="2356299"/>
                    <a:pt x="1903730" y="2358839"/>
                    <a:pt x="1901190" y="2360109"/>
                  </a:cubicBezTo>
                  <a:cubicBezTo>
                    <a:pt x="1898650" y="2361379"/>
                    <a:pt x="1893570" y="2365189"/>
                    <a:pt x="1892300" y="2365189"/>
                  </a:cubicBezTo>
                  <a:cubicBezTo>
                    <a:pt x="1892300" y="2365189"/>
                    <a:pt x="1885950" y="2366459"/>
                    <a:pt x="1883410" y="2367729"/>
                  </a:cubicBezTo>
                  <a:cubicBezTo>
                    <a:pt x="1880870" y="2367729"/>
                    <a:pt x="1879600" y="2367729"/>
                    <a:pt x="1877060" y="2368999"/>
                  </a:cubicBezTo>
                  <a:cubicBezTo>
                    <a:pt x="1874520" y="2372809"/>
                    <a:pt x="1871980" y="2389319"/>
                    <a:pt x="1870710" y="2396939"/>
                  </a:cubicBezTo>
                  <a:cubicBezTo>
                    <a:pt x="1869440" y="2402019"/>
                    <a:pt x="1869440" y="2409639"/>
                    <a:pt x="1869440" y="2409639"/>
                  </a:cubicBezTo>
                  <a:cubicBezTo>
                    <a:pt x="1869440" y="2409639"/>
                    <a:pt x="1866900" y="2414719"/>
                    <a:pt x="1865630" y="2417259"/>
                  </a:cubicBezTo>
                  <a:cubicBezTo>
                    <a:pt x="1864360" y="2419799"/>
                    <a:pt x="1861820" y="2423609"/>
                    <a:pt x="1860550" y="2423609"/>
                  </a:cubicBezTo>
                  <a:cubicBezTo>
                    <a:pt x="1860550" y="2423609"/>
                    <a:pt x="1856740" y="2428689"/>
                    <a:pt x="1855470" y="2429959"/>
                  </a:cubicBezTo>
                  <a:cubicBezTo>
                    <a:pt x="1852930" y="2432499"/>
                    <a:pt x="1849120" y="2436309"/>
                    <a:pt x="1849120" y="2436309"/>
                  </a:cubicBezTo>
                  <a:cubicBezTo>
                    <a:pt x="1849120" y="2436309"/>
                    <a:pt x="1844040" y="2438849"/>
                    <a:pt x="1841500" y="2440119"/>
                  </a:cubicBezTo>
                  <a:cubicBezTo>
                    <a:pt x="1838960" y="2442659"/>
                    <a:pt x="1835150" y="2445199"/>
                    <a:pt x="1835150" y="2445199"/>
                  </a:cubicBezTo>
                  <a:cubicBezTo>
                    <a:pt x="1835150" y="2445199"/>
                    <a:pt x="1828800" y="2446469"/>
                    <a:pt x="1826260" y="2447739"/>
                  </a:cubicBezTo>
                  <a:cubicBezTo>
                    <a:pt x="1823720" y="2449009"/>
                    <a:pt x="1818640" y="2450279"/>
                    <a:pt x="1818640" y="2450279"/>
                  </a:cubicBezTo>
                  <a:cubicBezTo>
                    <a:pt x="1818640" y="2450279"/>
                    <a:pt x="1812290" y="2450279"/>
                    <a:pt x="1809750" y="2451549"/>
                  </a:cubicBezTo>
                  <a:cubicBezTo>
                    <a:pt x="1807210" y="2451549"/>
                    <a:pt x="1802130" y="2451549"/>
                    <a:pt x="1802130" y="2451549"/>
                  </a:cubicBezTo>
                  <a:cubicBezTo>
                    <a:pt x="1800860" y="2451549"/>
                    <a:pt x="1795780" y="2450279"/>
                    <a:pt x="1793240" y="2450279"/>
                  </a:cubicBezTo>
                  <a:cubicBezTo>
                    <a:pt x="1790700" y="2450279"/>
                    <a:pt x="1784350" y="2449009"/>
                    <a:pt x="1784350" y="2449009"/>
                  </a:cubicBezTo>
                  <a:cubicBezTo>
                    <a:pt x="1784350" y="2449009"/>
                    <a:pt x="1779270" y="2446469"/>
                    <a:pt x="1776730" y="2445199"/>
                  </a:cubicBezTo>
                  <a:cubicBezTo>
                    <a:pt x="1774190" y="2443929"/>
                    <a:pt x="1769110" y="2441389"/>
                    <a:pt x="1769110" y="2441389"/>
                  </a:cubicBezTo>
                  <a:cubicBezTo>
                    <a:pt x="1769110" y="2441389"/>
                    <a:pt x="1764030" y="2438849"/>
                    <a:pt x="1762760" y="2436309"/>
                  </a:cubicBezTo>
                  <a:cubicBezTo>
                    <a:pt x="1760220" y="2435039"/>
                    <a:pt x="1755140" y="2431229"/>
                    <a:pt x="1755140" y="2431229"/>
                  </a:cubicBezTo>
                  <a:cubicBezTo>
                    <a:pt x="1755140" y="2431229"/>
                    <a:pt x="1751330" y="2427419"/>
                    <a:pt x="1750060" y="2424879"/>
                  </a:cubicBezTo>
                  <a:cubicBezTo>
                    <a:pt x="1748790" y="2423609"/>
                    <a:pt x="1747520" y="2421069"/>
                    <a:pt x="1747520" y="2421069"/>
                  </a:cubicBezTo>
                  <a:cubicBezTo>
                    <a:pt x="1746250" y="2421069"/>
                    <a:pt x="1747520" y="2421069"/>
                    <a:pt x="1746250" y="2421069"/>
                  </a:cubicBezTo>
                  <a:cubicBezTo>
                    <a:pt x="1746250" y="2422339"/>
                    <a:pt x="1744980" y="2426149"/>
                    <a:pt x="1744980" y="2428689"/>
                  </a:cubicBezTo>
                  <a:cubicBezTo>
                    <a:pt x="1743710" y="2431229"/>
                    <a:pt x="1742440" y="2436309"/>
                    <a:pt x="1742440" y="2436309"/>
                  </a:cubicBezTo>
                  <a:cubicBezTo>
                    <a:pt x="1742440" y="2436309"/>
                    <a:pt x="1738630" y="2441389"/>
                    <a:pt x="1737360" y="2443929"/>
                  </a:cubicBezTo>
                  <a:cubicBezTo>
                    <a:pt x="1736090" y="2446469"/>
                    <a:pt x="1733550" y="2450279"/>
                    <a:pt x="1733550" y="2451549"/>
                  </a:cubicBezTo>
                  <a:cubicBezTo>
                    <a:pt x="1733550" y="2451549"/>
                    <a:pt x="1729740" y="2455359"/>
                    <a:pt x="1727200" y="2456629"/>
                  </a:cubicBezTo>
                  <a:cubicBezTo>
                    <a:pt x="1725930" y="2459169"/>
                    <a:pt x="1722120" y="2462979"/>
                    <a:pt x="1722120" y="2462979"/>
                  </a:cubicBezTo>
                  <a:cubicBezTo>
                    <a:pt x="1720850" y="2462979"/>
                    <a:pt x="1717040" y="2465519"/>
                    <a:pt x="1714500" y="2466789"/>
                  </a:cubicBezTo>
                  <a:cubicBezTo>
                    <a:pt x="1711960" y="2468059"/>
                    <a:pt x="1706880" y="2470599"/>
                    <a:pt x="1706880" y="2471869"/>
                  </a:cubicBezTo>
                  <a:cubicBezTo>
                    <a:pt x="1706880" y="2471869"/>
                    <a:pt x="1701800" y="2473139"/>
                    <a:pt x="1699260" y="2473139"/>
                  </a:cubicBezTo>
                  <a:cubicBezTo>
                    <a:pt x="1696720" y="2474409"/>
                    <a:pt x="1691640" y="2475679"/>
                    <a:pt x="1691640" y="2475679"/>
                  </a:cubicBezTo>
                  <a:cubicBezTo>
                    <a:pt x="1691640" y="2475679"/>
                    <a:pt x="1685290" y="2476949"/>
                    <a:pt x="1682750" y="2476949"/>
                  </a:cubicBezTo>
                  <a:cubicBezTo>
                    <a:pt x="1680210" y="2476949"/>
                    <a:pt x="1675130" y="2476949"/>
                    <a:pt x="1675130" y="2476949"/>
                  </a:cubicBezTo>
                  <a:cubicBezTo>
                    <a:pt x="1675130" y="2476949"/>
                    <a:pt x="1668780" y="2475679"/>
                    <a:pt x="1666240" y="2475679"/>
                  </a:cubicBezTo>
                  <a:cubicBezTo>
                    <a:pt x="1663700" y="2475679"/>
                    <a:pt x="1658620" y="2474409"/>
                    <a:pt x="1658620" y="2474409"/>
                  </a:cubicBezTo>
                  <a:cubicBezTo>
                    <a:pt x="1658620" y="2474409"/>
                    <a:pt x="1653540" y="2471869"/>
                    <a:pt x="1651000" y="2470599"/>
                  </a:cubicBezTo>
                  <a:cubicBezTo>
                    <a:pt x="1648460" y="2469329"/>
                    <a:pt x="1645920" y="2468059"/>
                    <a:pt x="1644650" y="2468059"/>
                  </a:cubicBezTo>
                  <a:cubicBezTo>
                    <a:pt x="1643380" y="2468059"/>
                    <a:pt x="1640840" y="2468059"/>
                    <a:pt x="1640840" y="2468059"/>
                  </a:cubicBezTo>
                  <a:cubicBezTo>
                    <a:pt x="1640840" y="2468059"/>
                    <a:pt x="1635760" y="2468059"/>
                    <a:pt x="1633220" y="2468059"/>
                  </a:cubicBezTo>
                  <a:cubicBezTo>
                    <a:pt x="1630680" y="2468059"/>
                    <a:pt x="1625600" y="2468059"/>
                    <a:pt x="1625600" y="2468059"/>
                  </a:cubicBezTo>
                  <a:cubicBezTo>
                    <a:pt x="1625600" y="2468059"/>
                    <a:pt x="1620520" y="2466789"/>
                    <a:pt x="1617980" y="2465519"/>
                  </a:cubicBezTo>
                  <a:cubicBezTo>
                    <a:pt x="1615440" y="2465519"/>
                    <a:pt x="1610360" y="2464249"/>
                    <a:pt x="1610360" y="2464249"/>
                  </a:cubicBezTo>
                  <a:cubicBezTo>
                    <a:pt x="1610360" y="2464249"/>
                    <a:pt x="1606550" y="2461709"/>
                    <a:pt x="1604010" y="2460439"/>
                  </a:cubicBezTo>
                  <a:cubicBezTo>
                    <a:pt x="1601470" y="2459169"/>
                    <a:pt x="1597660" y="2456629"/>
                    <a:pt x="1597660" y="2456629"/>
                  </a:cubicBezTo>
                  <a:cubicBezTo>
                    <a:pt x="1596390" y="2456629"/>
                    <a:pt x="1593850" y="2452819"/>
                    <a:pt x="1591310" y="2450279"/>
                  </a:cubicBezTo>
                  <a:cubicBezTo>
                    <a:pt x="1590040" y="2449009"/>
                    <a:pt x="1586230" y="2445199"/>
                    <a:pt x="1586230" y="2445199"/>
                  </a:cubicBezTo>
                  <a:cubicBezTo>
                    <a:pt x="1586230" y="2445199"/>
                    <a:pt x="1582420" y="2440119"/>
                    <a:pt x="1581150" y="2438849"/>
                  </a:cubicBezTo>
                  <a:cubicBezTo>
                    <a:pt x="1581150" y="2437579"/>
                    <a:pt x="1581150" y="2437579"/>
                    <a:pt x="1579880" y="2436309"/>
                  </a:cubicBezTo>
                  <a:cubicBezTo>
                    <a:pt x="1578610" y="2433769"/>
                    <a:pt x="1572260" y="2429959"/>
                    <a:pt x="1572260" y="2429959"/>
                  </a:cubicBezTo>
                  <a:cubicBezTo>
                    <a:pt x="1572260" y="2429959"/>
                    <a:pt x="1568450" y="2424879"/>
                    <a:pt x="1567180" y="2422339"/>
                  </a:cubicBezTo>
                  <a:cubicBezTo>
                    <a:pt x="1565910" y="2419799"/>
                    <a:pt x="1562100" y="2414719"/>
                    <a:pt x="1562100" y="2414719"/>
                  </a:cubicBezTo>
                  <a:cubicBezTo>
                    <a:pt x="1562100" y="2414719"/>
                    <a:pt x="1560830" y="2409639"/>
                    <a:pt x="1559560" y="2409639"/>
                  </a:cubicBezTo>
                  <a:cubicBezTo>
                    <a:pt x="1551940" y="2407099"/>
                    <a:pt x="1503680" y="2460439"/>
                    <a:pt x="1483360" y="2454089"/>
                  </a:cubicBezTo>
                  <a:cubicBezTo>
                    <a:pt x="1460500" y="2446469"/>
                    <a:pt x="1438910" y="2379159"/>
                    <a:pt x="1433830" y="2346139"/>
                  </a:cubicBezTo>
                  <a:cubicBezTo>
                    <a:pt x="1428750" y="2318199"/>
                    <a:pt x="1437640" y="2286449"/>
                    <a:pt x="1440180" y="2266129"/>
                  </a:cubicBezTo>
                  <a:cubicBezTo>
                    <a:pt x="1442720" y="2254699"/>
                    <a:pt x="1449070" y="2238189"/>
                    <a:pt x="1446530" y="2236919"/>
                  </a:cubicBezTo>
                  <a:cubicBezTo>
                    <a:pt x="1442720" y="2235649"/>
                    <a:pt x="1384300" y="2328359"/>
                    <a:pt x="1380490" y="2333439"/>
                  </a:cubicBezTo>
                  <a:cubicBezTo>
                    <a:pt x="1380490" y="2334709"/>
                    <a:pt x="1380490" y="2334709"/>
                    <a:pt x="1380490" y="2334709"/>
                  </a:cubicBezTo>
                  <a:cubicBezTo>
                    <a:pt x="1379220" y="2335979"/>
                    <a:pt x="1376680" y="2342329"/>
                    <a:pt x="1375410" y="2346139"/>
                  </a:cubicBezTo>
                  <a:cubicBezTo>
                    <a:pt x="1372870" y="2348679"/>
                    <a:pt x="1371600" y="2351219"/>
                    <a:pt x="1370330" y="2353759"/>
                  </a:cubicBezTo>
                  <a:cubicBezTo>
                    <a:pt x="1369060" y="2356299"/>
                    <a:pt x="1366520" y="2361379"/>
                    <a:pt x="1366520" y="2361379"/>
                  </a:cubicBezTo>
                  <a:cubicBezTo>
                    <a:pt x="1366520" y="2361379"/>
                    <a:pt x="1362710" y="2366459"/>
                    <a:pt x="1360170" y="2367729"/>
                  </a:cubicBezTo>
                  <a:cubicBezTo>
                    <a:pt x="1358900" y="2370269"/>
                    <a:pt x="1355090" y="2374079"/>
                    <a:pt x="1355090" y="2375349"/>
                  </a:cubicBezTo>
                  <a:cubicBezTo>
                    <a:pt x="1355090" y="2375349"/>
                    <a:pt x="1352550" y="2375349"/>
                    <a:pt x="1351280" y="2376619"/>
                  </a:cubicBezTo>
                  <a:cubicBezTo>
                    <a:pt x="1344930" y="2382969"/>
                    <a:pt x="1332230" y="2403289"/>
                    <a:pt x="1322070" y="2419799"/>
                  </a:cubicBezTo>
                  <a:cubicBezTo>
                    <a:pt x="1309370" y="2440119"/>
                    <a:pt x="1295400" y="2466789"/>
                    <a:pt x="1282700" y="2488379"/>
                  </a:cubicBezTo>
                  <a:cubicBezTo>
                    <a:pt x="1270000" y="2507429"/>
                    <a:pt x="1249680" y="2531559"/>
                    <a:pt x="1243330" y="2540449"/>
                  </a:cubicBezTo>
                  <a:cubicBezTo>
                    <a:pt x="1240790" y="2542989"/>
                    <a:pt x="1239520" y="2544259"/>
                    <a:pt x="1236980" y="2546799"/>
                  </a:cubicBezTo>
                  <a:cubicBezTo>
                    <a:pt x="1235710" y="2548069"/>
                    <a:pt x="1231900" y="2551879"/>
                    <a:pt x="1231900" y="2551879"/>
                  </a:cubicBezTo>
                  <a:cubicBezTo>
                    <a:pt x="1231900" y="2551879"/>
                    <a:pt x="1226820" y="2555689"/>
                    <a:pt x="1225550" y="2556959"/>
                  </a:cubicBezTo>
                  <a:cubicBezTo>
                    <a:pt x="1223010" y="2558229"/>
                    <a:pt x="1219200" y="2562039"/>
                    <a:pt x="1217930" y="2562039"/>
                  </a:cubicBezTo>
                  <a:cubicBezTo>
                    <a:pt x="1217930" y="2562039"/>
                    <a:pt x="1212850" y="2563309"/>
                    <a:pt x="1210310" y="2564579"/>
                  </a:cubicBezTo>
                  <a:cubicBezTo>
                    <a:pt x="1207770" y="2565849"/>
                    <a:pt x="1203960" y="2567119"/>
                    <a:pt x="1202690" y="2567119"/>
                  </a:cubicBezTo>
                  <a:cubicBezTo>
                    <a:pt x="1202690" y="2567119"/>
                    <a:pt x="1197610" y="2568389"/>
                    <a:pt x="1195070" y="2568389"/>
                  </a:cubicBezTo>
                  <a:cubicBezTo>
                    <a:pt x="1192530" y="2568389"/>
                    <a:pt x="1187450" y="2569659"/>
                    <a:pt x="1187450" y="2569659"/>
                  </a:cubicBezTo>
                  <a:cubicBezTo>
                    <a:pt x="1187450" y="2569659"/>
                    <a:pt x="1181100" y="2568389"/>
                    <a:pt x="1178560" y="2568389"/>
                  </a:cubicBezTo>
                  <a:cubicBezTo>
                    <a:pt x="1176020" y="2568389"/>
                    <a:pt x="1170940" y="2567119"/>
                    <a:pt x="1170940" y="2567119"/>
                  </a:cubicBezTo>
                  <a:cubicBezTo>
                    <a:pt x="1170940" y="2567119"/>
                    <a:pt x="1165860" y="2564579"/>
                    <a:pt x="1163320" y="2564579"/>
                  </a:cubicBezTo>
                  <a:cubicBezTo>
                    <a:pt x="1160780" y="2563309"/>
                    <a:pt x="1155700" y="2560769"/>
                    <a:pt x="1155700" y="2560769"/>
                  </a:cubicBezTo>
                  <a:cubicBezTo>
                    <a:pt x="1155700" y="2560769"/>
                    <a:pt x="1150620" y="2558229"/>
                    <a:pt x="1149350" y="2556959"/>
                  </a:cubicBezTo>
                  <a:cubicBezTo>
                    <a:pt x="1146810" y="2555689"/>
                    <a:pt x="1141730" y="2551879"/>
                    <a:pt x="1141730" y="2551879"/>
                  </a:cubicBezTo>
                  <a:cubicBezTo>
                    <a:pt x="1141730" y="2551879"/>
                    <a:pt x="1137920" y="2548069"/>
                    <a:pt x="1136650" y="2545529"/>
                  </a:cubicBezTo>
                  <a:cubicBezTo>
                    <a:pt x="1135380" y="2544259"/>
                    <a:pt x="1135380" y="2541719"/>
                    <a:pt x="1132840" y="2541719"/>
                  </a:cubicBezTo>
                  <a:cubicBezTo>
                    <a:pt x="1122680" y="2539179"/>
                    <a:pt x="1065530" y="2593789"/>
                    <a:pt x="1043940" y="2584899"/>
                  </a:cubicBezTo>
                  <a:cubicBezTo>
                    <a:pt x="1021080" y="2574739"/>
                    <a:pt x="1007110" y="2498539"/>
                    <a:pt x="1005840" y="2460439"/>
                  </a:cubicBezTo>
                  <a:cubicBezTo>
                    <a:pt x="1005840" y="2431229"/>
                    <a:pt x="1019810" y="2405829"/>
                    <a:pt x="1028700" y="2379159"/>
                  </a:cubicBezTo>
                  <a:cubicBezTo>
                    <a:pt x="1036320" y="2351219"/>
                    <a:pt x="1046480" y="2320739"/>
                    <a:pt x="1055370" y="2295339"/>
                  </a:cubicBezTo>
                  <a:cubicBezTo>
                    <a:pt x="1062990" y="2273749"/>
                    <a:pt x="1083310" y="2236919"/>
                    <a:pt x="1079500" y="2234379"/>
                  </a:cubicBezTo>
                  <a:cubicBezTo>
                    <a:pt x="1078230" y="2233109"/>
                    <a:pt x="1071880" y="2240729"/>
                    <a:pt x="1065530" y="2247079"/>
                  </a:cubicBezTo>
                  <a:cubicBezTo>
                    <a:pt x="1049020" y="2261049"/>
                    <a:pt x="995680" y="2315659"/>
                    <a:pt x="981710" y="2323279"/>
                  </a:cubicBezTo>
                  <a:cubicBezTo>
                    <a:pt x="977900" y="2325819"/>
                    <a:pt x="975360" y="2323279"/>
                    <a:pt x="972820" y="2324549"/>
                  </a:cubicBezTo>
                  <a:cubicBezTo>
                    <a:pt x="970280" y="2325819"/>
                    <a:pt x="967740" y="2328359"/>
                    <a:pt x="966470" y="2329629"/>
                  </a:cubicBezTo>
                  <a:cubicBezTo>
                    <a:pt x="963930" y="2332169"/>
                    <a:pt x="958850" y="2334709"/>
                    <a:pt x="958850" y="2334709"/>
                  </a:cubicBezTo>
                  <a:cubicBezTo>
                    <a:pt x="958850" y="2334709"/>
                    <a:pt x="953770" y="2337249"/>
                    <a:pt x="951230" y="2338519"/>
                  </a:cubicBezTo>
                  <a:cubicBezTo>
                    <a:pt x="947420" y="2339789"/>
                    <a:pt x="942340" y="2341059"/>
                    <a:pt x="942340" y="2341059"/>
                  </a:cubicBezTo>
                  <a:cubicBezTo>
                    <a:pt x="942340" y="2341059"/>
                    <a:pt x="937260" y="2342329"/>
                    <a:pt x="933450" y="2342329"/>
                  </a:cubicBezTo>
                  <a:cubicBezTo>
                    <a:pt x="930910" y="2343599"/>
                    <a:pt x="925830" y="2343599"/>
                    <a:pt x="924560" y="2343599"/>
                  </a:cubicBezTo>
                  <a:cubicBezTo>
                    <a:pt x="924560" y="2343599"/>
                    <a:pt x="919480" y="2343599"/>
                    <a:pt x="916940" y="2343599"/>
                  </a:cubicBezTo>
                  <a:cubicBezTo>
                    <a:pt x="913130" y="2342329"/>
                    <a:pt x="908050" y="2342329"/>
                    <a:pt x="908050" y="2342329"/>
                  </a:cubicBezTo>
                  <a:cubicBezTo>
                    <a:pt x="908050" y="2342329"/>
                    <a:pt x="901700" y="2339789"/>
                    <a:pt x="899160" y="2339789"/>
                  </a:cubicBezTo>
                  <a:cubicBezTo>
                    <a:pt x="896620" y="2338519"/>
                    <a:pt x="891540" y="2335979"/>
                    <a:pt x="891540" y="2335979"/>
                  </a:cubicBezTo>
                  <a:cubicBezTo>
                    <a:pt x="891540" y="2335979"/>
                    <a:pt x="886460" y="2333439"/>
                    <a:pt x="883920" y="2330899"/>
                  </a:cubicBezTo>
                  <a:cubicBezTo>
                    <a:pt x="881380" y="2329629"/>
                    <a:pt x="876300" y="2327089"/>
                    <a:pt x="876300" y="2327089"/>
                  </a:cubicBezTo>
                  <a:cubicBezTo>
                    <a:pt x="876300" y="2327089"/>
                    <a:pt x="872490" y="2322009"/>
                    <a:pt x="871220" y="2320739"/>
                  </a:cubicBezTo>
                  <a:cubicBezTo>
                    <a:pt x="868680" y="2318199"/>
                    <a:pt x="864870" y="2314389"/>
                    <a:pt x="864870" y="2314389"/>
                  </a:cubicBezTo>
                  <a:cubicBezTo>
                    <a:pt x="864870" y="2313119"/>
                    <a:pt x="862330" y="2308039"/>
                    <a:pt x="861060" y="2305499"/>
                  </a:cubicBezTo>
                  <a:cubicBezTo>
                    <a:pt x="858520" y="2302959"/>
                    <a:pt x="855980" y="2299149"/>
                    <a:pt x="855980" y="2297879"/>
                  </a:cubicBezTo>
                  <a:cubicBezTo>
                    <a:pt x="855980" y="2297879"/>
                    <a:pt x="854710" y="2292799"/>
                    <a:pt x="853440" y="2290259"/>
                  </a:cubicBezTo>
                  <a:cubicBezTo>
                    <a:pt x="853440" y="2287719"/>
                    <a:pt x="852170" y="2281369"/>
                    <a:pt x="852170" y="2281369"/>
                  </a:cubicBezTo>
                  <a:cubicBezTo>
                    <a:pt x="852170" y="2281369"/>
                    <a:pt x="852170" y="2276289"/>
                    <a:pt x="852170" y="2272479"/>
                  </a:cubicBezTo>
                  <a:cubicBezTo>
                    <a:pt x="852170" y="2269939"/>
                    <a:pt x="850900" y="2263589"/>
                    <a:pt x="850900" y="2263589"/>
                  </a:cubicBezTo>
                  <a:cubicBezTo>
                    <a:pt x="850900" y="2263589"/>
                    <a:pt x="852170" y="2258509"/>
                    <a:pt x="853440" y="2255969"/>
                  </a:cubicBezTo>
                  <a:cubicBezTo>
                    <a:pt x="853440" y="2252159"/>
                    <a:pt x="854710" y="2247079"/>
                    <a:pt x="854710" y="2247079"/>
                  </a:cubicBezTo>
                  <a:cubicBezTo>
                    <a:pt x="854710" y="2247079"/>
                    <a:pt x="858520" y="2241999"/>
                    <a:pt x="859790" y="2239459"/>
                  </a:cubicBezTo>
                  <a:cubicBezTo>
                    <a:pt x="861060" y="2236919"/>
                    <a:pt x="863600" y="2231839"/>
                    <a:pt x="863600" y="2231839"/>
                  </a:cubicBezTo>
                  <a:cubicBezTo>
                    <a:pt x="863600" y="2230569"/>
                    <a:pt x="867410" y="2226759"/>
                    <a:pt x="868680" y="2224219"/>
                  </a:cubicBezTo>
                  <a:cubicBezTo>
                    <a:pt x="871220" y="2222949"/>
                    <a:pt x="875030" y="2217869"/>
                    <a:pt x="875030" y="2217869"/>
                  </a:cubicBezTo>
                  <a:cubicBezTo>
                    <a:pt x="875030" y="2217869"/>
                    <a:pt x="930910" y="2108649"/>
                    <a:pt x="955040" y="2074359"/>
                  </a:cubicBezTo>
                  <a:cubicBezTo>
                    <a:pt x="970280" y="2054039"/>
                    <a:pt x="1000760" y="2031179"/>
                    <a:pt x="999490" y="2029909"/>
                  </a:cubicBezTo>
                  <a:cubicBezTo>
                    <a:pt x="998220" y="2028639"/>
                    <a:pt x="951230" y="2064199"/>
                    <a:pt x="925830" y="2084519"/>
                  </a:cubicBezTo>
                  <a:cubicBezTo>
                    <a:pt x="895350" y="2108649"/>
                    <a:pt x="863600" y="2140399"/>
                    <a:pt x="830580" y="2167069"/>
                  </a:cubicBezTo>
                  <a:cubicBezTo>
                    <a:pt x="796290" y="2196279"/>
                    <a:pt x="755650" y="2224219"/>
                    <a:pt x="721360" y="2250889"/>
                  </a:cubicBezTo>
                  <a:cubicBezTo>
                    <a:pt x="690880" y="2275019"/>
                    <a:pt x="662940" y="2300419"/>
                    <a:pt x="632460" y="2322009"/>
                  </a:cubicBezTo>
                  <a:cubicBezTo>
                    <a:pt x="603250" y="2342329"/>
                    <a:pt x="574040" y="2357569"/>
                    <a:pt x="542290" y="2375349"/>
                  </a:cubicBezTo>
                  <a:cubicBezTo>
                    <a:pt x="506730" y="2394399"/>
                    <a:pt x="466090" y="2428689"/>
                    <a:pt x="429260" y="2431229"/>
                  </a:cubicBezTo>
                  <a:cubicBezTo>
                    <a:pt x="394970" y="2433769"/>
                    <a:pt x="349250" y="2418529"/>
                    <a:pt x="327660" y="2394399"/>
                  </a:cubicBezTo>
                  <a:cubicBezTo>
                    <a:pt x="304800" y="2368999"/>
                    <a:pt x="303530" y="2311849"/>
                    <a:pt x="298450" y="2275019"/>
                  </a:cubicBezTo>
                  <a:cubicBezTo>
                    <a:pt x="294640" y="2245809"/>
                    <a:pt x="297180" y="2221679"/>
                    <a:pt x="295910" y="2193739"/>
                  </a:cubicBezTo>
                  <a:cubicBezTo>
                    <a:pt x="295910" y="2161989"/>
                    <a:pt x="295910" y="2130239"/>
                    <a:pt x="295910" y="2095949"/>
                  </a:cubicBezTo>
                  <a:cubicBezTo>
                    <a:pt x="295910" y="2057849"/>
                    <a:pt x="297180" y="2014669"/>
                    <a:pt x="297180" y="1974029"/>
                  </a:cubicBezTo>
                  <a:cubicBezTo>
                    <a:pt x="298450" y="1933389"/>
                    <a:pt x="297180" y="1892749"/>
                    <a:pt x="299720" y="1850839"/>
                  </a:cubicBezTo>
                  <a:cubicBezTo>
                    <a:pt x="300990" y="1806389"/>
                    <a:pt x="307340" y="1758129"/>
                    <a:pt x="309880" y="1713679"/>
                  </a:cubicBezTo>
                  <a:cubicBezTo>
                    <a:pt x="312420" y="1670499"/>
                    <a:pt x="313690" y="1629859"/>
                    <a:pt x="314960" y="1587949"/>
                  </a:cubicBezTo>
                  <a:cubicBezTo>
                    <a:pt x="316230" y="1546039"/>
                    <a:pt x="316230" y="1505399"/>
                    <a:pt x="317500" y="1463489"/>
                  </a:cubicBezTo>
                  <a:cubicBezTo>
                    <a:pt x="317500" y="1419039"/>
                    <a:pt x="318770" y="1363159"/>
                    <a:pt x="318770" y="1328869"/>
                  </a:cubicBezTo>
                  <a:cubicBezTo>
                    <a:pt x="318770" y="1308549"/>
                    <a:pt x="322580" y="1278069"/>
                    <a:pt x="320040" y="1278069"/>
                  </a:cubicBezTo>
                  <a:cubicBezTo>
                    <a:pt x="313690" y="1276799"/>
                    <a:pt x="290830" y="1366969"/>
                    <a:pt x="275590" y="1410149"/>
                  </a:cubicBezTo>
                  <a:cubicBezTo>
                    <a:pt x="260350" y="1450789"/>
                    <a:pt x="245110" y="1490159"/>
                    <a:pt x="228600" y="1528259"/>
                  </a:cubicBezTo>
                  <a:cubicBezTo>
                    <a:pt x="213360" y="1565089"/>
                    <a:pt x="195580" y="1600649"/>
                    <a:pt x="181610" y="1633669"/>
                  </a:cubicBezTo>
                  <a:cubicBezTo>
                    <a:pt x="170180" y="1660339"/>
                    <a:pt x="157480" y="1684469"/>
                    <a:pt x="148590" y="1708599"/>
                  </a:cubicBezTo>
                  <a:cubicBezTo>
                    <a:pt x="142240" y="1731459"/>
                    <a:pt x="134620" y="1774639"/>
                    <a:pt x="134620" y="1774639"/>
                  </a:cubicBezTo>
                  <a:cubicBezTo>
                    <a:pt x="134620" y="1774639"/>
                    <a:pt x="132080" y="1779719"/>
                    <a:pt x="130810" y="1782259"/>
                  </a:cubicBezTo>
                  <a:cubicBezTo>
                    <a:pt x="129540" y="1784799"/>
                    <a:pt x="127000" y="1789879"/>
                    <a:pt x="127000" y="1789879"/>
                  </a:cubicBezTo>
                  <a:cubicBezTo>
                    <a:pt x="127000" y="1789879"/>
                    <a:pt x="123190" y="1793689"/>
                    <a:pt x="121920" y="1796229"/>
                  </a:cubicBezTo>
                  <a:cubicBezTo>
                    <a:pt x="119380" y="1798769"/>
                    <a:pt x="116840" y="1802579"/>
                    <a:pt x="116840" y="1802579"/>
                  </a:cubicBezTo>
                  <a:cubicBezTo>
                    <a:pt x="115570" y="1802579"/>
                    <a:pt x="111760" y="1805119"/>
                    <a:pt x="109220" y="1807659"/>
                  </a:cubicBezTo>
                  <a:cubicBezTo>
                    <a:pt x="106680" y="1808929"/>
                    <a:pt x="102870" y="1812739"/>
                    <a:pt x="102870" y="1812739"/>
                  </a:cubicBezTo>
                  <a:cubicBezTo>
                    <a:pt x="102870" y="1812739"/>
                    <a:pt x="97790" y="1814009"/>
                    <a:pt x="95250" y="1815279"/>
                  </a:cubicBezTo>
                  <a:cubicBezTo>
                    <a:pt x="92710" y="1816549"/>
                    <a:pt x="87630" y="1819089"/>
                    <a:pt x="87630" y="1819089"/>
                  </a:cubicBezTo>
                  <a:cubicBezTo>
                    <a:pt x="87630" y="1819089"/>
                    <a:pt x="81280" y="1819089"/>
                    <a:pt x="78740" y="1819089"/>
                  </a:cubicBezTo>
                  <a:cubicBezTo>
                    <a:pt x="76200" y="1820359"/>
                    <a:pt x="71120" y="1820359"/>
                    <a:pt x="71120" y="1820359"/>
                  </a:cubicBezTo>
                  <a:cubicBezTo>
                    <a:pt x="71120" y="1820359"/>
                    <a:pt x="64770" y="1820359"/>
                    <a:pt x="62230" y="1820359"/>
                  </a:cubicBezTo>
                  <a:cubicBezTo>
                    <a:pt x="59690" y="1820359"/>
                    <a:pt x="54610" y="1819089"/>
                    <a:pt x="54610" y="1819089"/>
                  </a:cubicBezTo>
                  <a:cubicBezTo>
                    <a:pt x="54610" y="1819089"/>
                    <a:pt x="49530" y="1817819"/>
                    <a:pt x="46990" y="1816549"/>
                  </a:cubicBezTo>
                  <a:cubicBezTo>
                    <a:pt x="44450" y="1815279"/>
                    <a:pt x="39370" y="1814009"/>
                    <a:pt x="38100" y="1814009"/>
                  </a:cubicBezTo>
                  <a:cubicBezTo>
                    <a:pt x="38100" y="1814009"/>
                    <a:pt x="34290" y="1810199"/>
                    <a:pt x="31750" y="1808929"/>
                  </a:cubicBezTo>
                  <a:cubicBezTo>
                    <a:pt x="29210" y="1807659"/>
                    <a:pt x="25400" y="1805119"/>
                    <a:pt x="25400" y="1805119"/>
                  </a:cubicBezTo>
                  <a:cubicBezTo>
                    <a:pt x="24130" y="1805119"/>
                    <a:pt x="21590" y="1800039"/>
                    <a:pt x="19050" y="1798769"/>
                  </a:cubicBezTo>
                  <a:cubicBezTo>
                    <a:pt x="17780" y="1796229"/>
                    <a:pt x="13970" y="1792419"/>
                    <a:pt x="13970" y="1792419"/>
                  </a:cubicBezTo>
                  <a:cubicBezTo>
                    <a:pt x="13970" y="1792419"/>
                    <a:pt x="10160" y="1787339"/>
                    <a:pt x="8890" y="1784799"/>
                  </a:cubicBezTo>
                  <a:cubicBezTo>
                    <a:pt x="7620" y="1782259"/>
                    <a:pt x="5080" y="1778449"/>
                    <a:pt x="5080" y="1778449"/>
                  </a:cubicBezTo>
                  <a:cubicBezTo>
                    <a:pt x="5080" y="1777179"/>
                    <a:pt x="3810" y="1772099"/>
                    <a:pt x="3810" y="1769559"/>
                  </a:cubicBezTo>
                  <a:cubicBezTo>
                    <a:pt x="2540" y="1767019"/>
                    <a:pt x="1270" y="1761939"/>
                    <a:pt x="1270" y="1761939"/>
                  </a:cubicBezTo>
                  <a:cubicBezTo>
                    <a:pt x="1270" y="1761939"/>
                    <a:pt x="1270" y="1756859"/>
                    <a:pt x="1270" y="1753049"/>
                  </a:cubicBezTo>
                  <a:cubicBezTo>
                    <a:pt x="1270" y="1750509"/>
                    <a:pt x="1270" y="1745429"/>
                    <a:pt x="1270" y="1745429"/>
                  </a:cubicBezTo>
                  <a:cubicBezTo>
                    <a:pt x="1270" y="1745429"/>
                    <a:pt x="1270" y="1740349"/>
                    <a:pt x="2540" y="1736539"/>
                  </a:cubicBezTo>
                  <a:cubicBezTo>
                    <a:pt x="2540" y="1733999"/>
                    <a:pt x="5080" y="1728919"/>
                    <a:pt x="3810" y="1728919"/>
                  </a:cubicBezTo>
                  <a:cubicBezTo>
                    <a:pt x="3810" y="1728919"/>
                    <a:pt x="0" y="1733999"/>
                    <a:pt x="0" y="1733999"/>
                  </a:cubicBezTo>
                  <a:moveTo>
                    <a:pt x="165100" y="918659"/>
                  </a:moveTo>
                  <a:cubicBezTo>
                    <a:pt x="167640" y="1140909"/>
                    <a:pt x="168910" y="1205679"/>
                    <a:pt x="168910" y="1250129"/>
                  </a:cubicBezTo>
                  <a:cubicBezTo>
                    <a:pt x="168910" y="1278069"/>
                    <a:pt x="166370" y="1321249"/>
                    <a:pt x="170180" y="1321249"/>
                  </a:cubicBezTo>
                  <a:cubicBezTo>
                    <a:pt x="173990" y="1322519"/>
                    <a:pt x="187960" y="1264099"/>
                    <a:pt x="198120" y="1231079"/>
                  </a:cubicBezTo>
                  <a:cubicBezTo>
                    <a:pt x="209550" y="1189169"/>
                    <a:pt x="224790" y="1133289"/>
                    <a:pt x="237490" y="1087569"/>
                  </a:cubicBezTo>
                  <a:cubicBezTo>
                    <a:pt x="248920" y="1045659"/>
                    <a:pt x="259080" y="1010099"/>
                    <a:pt x="271780" y="965649"/>
                  </a:cubicBezTo>
                  <a:cubicBezTo>
                    <a:pt x="285750" y="914849"/>
                    <a:pt x="314960" y="801819"/>
                    <a:pt x="314960" y="801819"/>
                  </a:cubicBezTo>
                  <a:cubicBezTo>
                    <a:pt x="314960" y="801819"/>
                    <a:pt x="316230" y="796739"/>
                    <a:pt x="316230" y="794199"/>
                  </a:cubicBezTo>
                  <a:cubicBezTo>
                    <a:pt x="316230" y="790389"/>
                    <a:pt x="317500" y="785309"/>
                    <a:pt x="317500" y="785309"/>
                  </a:cubicBezTo>
                  <a:cubicBezTo>
                    <a:pt x="317500" y="785309"/>
                    <a:pt x="318770" y="780229"/>
                    <a:pt x="320040" y="777689"/>
                  </a:cubicBezTo>
                  <a:cubicBezTo>
                    <a:pt x="321310" y="775149"/>
                    <a:pt x="323850" y="770069"/>
                    <a:pt x="323850" y="770069"/>
                  </a:cubicBezTo>
                  <a:cubicBezTo>
                    <a:pt x="323850" y="770069"/>
                    <a:pt x="326390" y="764989"/>
                    <a:pt x="327660" y="762449"/>
                  </a:cubicBezTo>
                  <a:cubicBezTo>
                    <a:pt x="330200" y="761179"/>
                    <a:pt x="332740" y="756099"/>
                    <a:pt x="332740" y="756099"/>
                  </a:cubicBezTo>
                  <a:cubicBezTo>
                    <a:pt x="332740" y="756099"/>
                    <a:pt x="336550" y="752289"/>
                    <a:pt x="339090" y="751019"/>
                  </a:cubicBezTo>
                  <a:cubicBezTo>
                    <a:pt x="341630" y="748479"/>
                    <a:pt x="345440" y="744669"/>
                    <a:pt x="345440" y="744669"/>
                  </a:cubicBezTo>
                  <a:cubicBezTo>
                    <a:pt x="345440" y="744669"/>
                    <a:pt x="350520" y="742129"/>
                    <a:pt x="353060" y="740859"/>
                  </a:cubicBezTo>
                  <a:cubicBezTo>
                    <a:pt x="355600" y="739589"/>
                    <a:pt x="359410" y="737049"/>
                    <a:pt x="359410" y="737049"/>
                  </a:cubicBezTo>
                  <a:cubicBezTo>
                    <a:pt x="360680" y="737049"/>
                    <a:pt x="365760" y="735779"/>
                    <a:pt x="368300" y="735779"/>
                  </a:cubicBezTo>
                  <a:cubicBezTo>
                    <a:pt x="370840" y="734509"/>
                    <a:pt x="375920" y="733239"/>
                    <a:pt x="375920" y="733239"/>
                  </a:cubicBezTo>
                  <a:cubicBezTo>
                    <a:pt x="375920" y="733239"/>
                    <a:pt x="382270" y="733239"/>
                    <a:pt x="384810" y="733239"/>
                  </a:cubicBezTo>
                  <a:cubicBezTo>
                    <a:pt x="387350" y="733239"/>
                    <a:pt x="392430" y="733239"/>
                    <a:pt x="392430" y="733239"/>
                  </a:cubicBezTo>
                  <a:cubicBezTo>
                    <a:pt x="392430" y="733239"/>
                    <a:pt x="398780" y="734509"/>
                    <a:pt x="401320" y="735779"/>
                  </a:cubicBezTo>
                  <a:cubicBezTo>
                    <a:pt x="403860" y="735779"/>
                    <a:pt x="408940" y="737049"/>
                    <a:pt x="408940" y="737049"/>
                  </a:cubicBezTo>
                  <a:cubicBezTo>
                    <a:pt x="408940" y="737049"/>
                    <a:pt x="414020" y="739589"/>
                    <a:pt x="416560" y="740859"/>
                  </a:cubicBezTo>
                  <a:cubicBezTo>
                    <a:pt x="419100" y="742129"/>
                    <a:pt x="424180" y="744669"/>
                    <a:pt x="424180" y="744669"/>
                  </a:cubicBezTo>
                  <a:cubicBezTo>
                    <a:pt x="424180" y="744669"/>
                    <a:pt x="427990" y="748479"/>
                    <a:pt x="430530" y="751019"/>
                  </a:cubicBezTo>
                  <a:cubicBezTo>
                    <a:pt x="431800" y="752289"/>
                    <a:pt x="435610" y="756099"/>
                    <a:pt x="436880" y="756099"/>
                  </a:cubicBezTo>
                  <a:cubicBezTo>
                    <a:pt x="436880" y="756099"/>
                    <a:pt x="439420" y="761179"/>
                    <a:pt x="440690" y="762449"/>
                  </a:cubicBezTo>
                  <a:cubicBezTo>
                    <a:pt x="441960" y="764989"/>
                    <a:pt x="445770" y="770069"/>
                    <a:pt x="445770" y="770069"/>
                  </a:cubicBezTo>
                  <a:cubicBezTo>
                    <a:pt x="445770" y="770069"/>
                    <a:pt x="448310" y="775149"/>
                    <a:pt x="448310" y="777689"/>
                  </a:cubicBezTo>
                  <a:cubicBezTo>
                    <a:pt x="449580" y="780229"/>
                    <a:pt x="452120" y="785309"/>
                    <a:pt x="452120" y="785309"/>
                  </a:cubicBezTo>
                  <a:cubicBezTo>
                    <a:pt x="452120" y="785309"/>
                    <a:pt x="452120" y="790389"/>
                    <a:pt x="452120" y="794199"/>
                  </a:cubicBezTo>
                  <a:cubicBezTo>
                    <a:pt x="453390" y="796739"/>
                    <a:pt x="453390" y="801819"/>
                    <a:pt x="453390" y="801819"/>
                  </a:cubicBezTo>
                  <a:cubicBezTo>
                    <a:pt x="453390" y="801819"/>
                    <a:pt x="452120" y="857699"/>
                    <a:pt x="450850" y="885639"/>
                  </a:cubicBezTo>
                  <a:cubicBezTo>
                    <a:pt x="450850" y="912309"/>
                    <a:pt x="449580" y="941519"/>
                    <a:pt x="449580" y="965649"/>
                  </a:cubicBezTo>
                  <a:cubicBezTo>
                    <a:pt x="449580" y="985969"/>
                    <a:pt x="445770" y="1021529"/>
                    <a:pt x="449580" y="1021529"/>
                  </a:cubicBezTo>
                  <a:cubicBezTo>
                    <a:pt x="453390" y="1022799"/>
                    <a:pt x="468630" y="984699"/>
                    <a:pt x="473710" y="956759"/>
                  </a:cubicBezTo>
                  <a:cubicBezTo>
                    <a:pt x="480060" y="914849"/>
                    <a:pt x="469900" y="846269"/>
                    <a:pt x="466090" y="786579"/>
                  </a:cubicBezTo>
                  <a:cubicBezTo>
                    <a:pt x="462280" y="721809"/>
                    <a:pt x="454660" y="648149"/>
                    <a:pt x="448310" y="582109"/>
                  </a:cubicBezTo>
                  <a:cubicBezTo>
                    <a:pt x="441960" y="518609"/>
                    <a:pt x="435610" y="452569"/>
                    <a:pt x="427990" y="394149"/>
                  </a:cubicBezTo>
                  <a:cubicBezTo>
                    <a:pt x="421640" y="343349"/>
                    <a:pt x="408940" y="297629"/>
                    <a:pt x="405130" y="250639"/>
                  </a:cubicBezTo>
                  <a:cubicBezTo>
                    <a:pt x="402590" y="207459"/>
                    <a:pt x="419100" y="128719"/>
                    <a:pt x="405130" y="123639"/>
                  </a:cubicBezTo>
                  <a:cubicBezTo>
                    <a:pt x="392430" y="118559"/>
                    <a:pt x="347980" y="190949"/>
                    <a:pt x="325120" y="225239"/>
                  </a:cubicBezTo>
                  <a:cubicBezTo>
                    <a:pt x="306070" y="256989"/>
                    <a:pt x="292100" y="286199"/>
                    <a:pt x="276860" y="320489"/>
                  </a:cubicBezTo>
                  <a:cubicBezTo>
                    <a:pt x="260350" y="358589"/>
                    <a:pt x="241300" y="397959"/>
                    <a:pt x="228600" y="442409"/>
                  </a:cubicBezTo>
                  <a:cubicBezTo>
                    <a:pt x="213360" y="489399"/>
                    <a:pt x="203200" y="544009"/>
                    <a:pt x="194310" y="594809"/>
                  </a:cubicBezTo>
                  <a:cubicBezTo>
                    <a:pt x="184150" y="646879"/>
                    <a:pt x="177800" y="698949"/>
                    <a:pt x="173990" y="752289"/>
                  </a:cubicBezTo>
                  <a:cubicBezTo>
                    <a:pt x="168910" y="806899"/>
                    <a:pt x="165100" y="918659"/>
                    <a:pt x="165100" y="918659"/>
                  </a:cubicBezTo>
                  <a:moveTo>
                    <a:pt x="373380" y="2302959"/>
                  </a:moveTo>
                  <a:cubicBezTo>
                    <a:pt x="448310" y="2268669"/>
                    <a:pt x="448310" y="2268669"/>
                    <a:pt x="448310" y="2268669"/>
                  </a:cubicBezTo>
                  <a:cubicBezTo>
                    <a:pt x="448310" y="2267399"/>
                    <a:pt x="445770" y="2263589"/>
                    <a:pt x="444500" y="2263589"/>
                  </a:cubicBezTo>
                  <a:cubicBezTo>
                    <a:pt x="444500" y="2263589"/>
                    <a:pt x="445770" y="2266129"/>
                    <a:pt x="444500" y="2267399"/>
                  </a:cubicBezTo>
                  <a:cubicBezTo>
                    <a:pt x="440690" y="2273749"/>
                    <a:pt x="373380" y="2302959"/>
                    <a:pt x="373380" y="2302959"/>
                  </a:cubicBezTo>
                  <a:moveTo>
                    <a:pt x="590550" y="1560009"/>
                  </a:moveTo>
                  <a:cubicBezTo>
                    <a:pt x="621030" y="1413959"/>
                    <a:pt x="627380" y="1373319"/>
                    <a:pt x="629920" y="1331409"/>
                  </a:cubicBezTo>
                  <a:cubicBezTo>
                    <a:pt x="632460" y="1288229"/>
                    <a:pt x="628650" y="1239969"/>
                    <a:pt x="628650" y="1195519"/>
                  </a:cubicBezTo>
                  <a:cubicBezTo>
                    <a:pt x="627380" y="1151069"/>
                    <a:pt x="627380" y="1105349"/>
                    <a:pt x="626110" y="1063439"/>
                  </a:cubicBezTo>
                  <a:cubicBezTo>
                    <a:pt x="626110" y="1021529"/>
                    <a:pt x="624840" y="960569"/>
                    <a:pt x="624840" y="941519"/>
                  </a:cubicBezTo>
                  <a:cubicBezTo>
                    <a:pt x="624840" y="936439"/>
                    <a:pt x="624840" y="931359"/>
                    <a:pt x="623570" y="931359"/>
                  </a:cubicBezTo>
                  <a:cubicBezTo>
                    <a:pt x="621030" y="930089"/>
                    <a:pt x="598170" y="970729"/>
                    <a:pt x="594360" y="982159"/>
                  </a:cubicBezTo>
                  <a:cubicBezTo>
                    <a:pt x="593090" y="987239"/>
                    <a:pt x="595630" y="987239"/>
                    <a:pt x="595630" y="993589"/>
                  </a:cubicBezTo>
                  <a:cubicBezTo>
                    <a:pt x="595630" y="1018989"/>
                    <a:pt x="596900" y="1133289"/>
                    <a:pt x="596900" y="1201869"/>
                  </a:cubicBezTo>
                  <a:cubicBezTo>
                    <a:pt x="598170" y="1267909"/>
                    <a:pt x="599440" y="1335219"/>
                    <a:pt x="598170" y="1397449"/>
                  </a:cubicBezTo>
                  <a:cubicBezTo>
                    <a:pt x="596900" y="1454599"/>
                    <a:pt x="590550" y="1560009"/>
                    <a:pt x="590550" y="1560009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sp>
        <p:nvSpPr>
          <p:cNvPr id="18" name="TextBox 18"/>
          <p:cNvSpPr txBox="1"/>
          <p:nvPr/>
        </p:nvSpPr>
        <p:spPr>
          <a:xfrm>
            <a:off x="2080168" y="2350446"/>
            <a:ext cx="9186242" cy="3583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84"/>
              </a:lnSpc>
            </a:pPr>
            <a:r>
              <a:rPr lang="en-US" sz="2917" b="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Bu projede en uygun geliştirme modeli </a:t>
            </a:r>
          </a:p>
          <a:p>
            <a:pPr algn="l">
              <a:lnSpc>
                <a:spcPts val="4084"/>
              </a:lnSpc>
            </a:pPr>
            <a:r>
              <a:rPr lang="en-US" sz="2917" b="1" u="sng">
                <a:solidFill>
                  <a:srgbClr val="9D2525"/>
                </a:solidFill>
                <a:latin typeface="Aileron Bold"/>
                <a:ea typeface="Aileron Bold"/>
                <a:cs typeface="Aileron Bold"/>
                <a:sym typeface="Aileron Bold"/>
              </a:rPr>
              <a:t>Çağlayan Modeli</a:t>
            </a:r>
            <a:r>
              <a:rPr lang="en-US" sz="2917" b="1">
                <a:solidFill>
                  <a:srgbClr val="202354"/>
                </a:solidFill>
                <a:latin typeface="Aileron Bold"/>
                <a:ea typeface="Aileron Bold"/>
                <a:cs typeface="Aileron Bold"/>
                <a:sym typeface="Aileron Bold"/>
              </a:rPr>
              <a:t>’dir.</a:t>
            </a:r>
            <a:r>
              <a:rPr lang="en-US" sz="2917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</a:p>
          <a:p>
            <a:pPr algn="l">
              <a:lnSpc>
                <a:spcPts val="4084"/>
              </a:lnSpc>
            </a:pPr>
            <a:r>
              <a:rPr lang="en-US" sz="2917" b="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Çünkü proje belirli aşamalar halinde ilerlemiştir. Önce ihtiyaçlar belirlenmiş, ardından tasarım yapılmış, kodlama aşamasına geçilmiş, testler uygulanmış ve son olarak bakım-geliştirme süreciyle proje tamamlanmıştır.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140871" y="8427259"/>
            <a:ext cx="2842006" cy="718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44"/>
              </a:lnSpc>
            </a:pPr>
            <a:r>
              <a:rPr lang="en-US" sz="2586" spc="82">
                <a:solidFill>
                  <a:srgbClr val="253439"/>
                </a:solidFill>
                <a:latin typeface="Intro Rust"/>
                <a:ea typeface="Intro Rust"/>
                <a:cs typeface="Intro Rust"/>
                <a:sym typeface="Intro Rust"/>
              </a:rPr>
              <a:t>ÇAĞLAYAN</a:t>
            </a:r>
          </a:p>
          <a:p>
            <a:pPr marL="0" lvl="0" indent="0" algn="ctr">
              <a:lnSpc>
                <a:spcPts val="2844"/>
              </a:lnSpc>
            </a:pPr>
            <a:r>
              <a:rPr lang="en-US" sz="2586" spc="82">
                <a:solidFill>
                  <a:srgbClr val="253439"/>
                </a:solidFill>
                <a:latin typeface="Intro Rust"/>
                <a:ea typeface="Intro Rust"/>
                <a:cs typeface="Intro Rust"/>
                <a:sym typeface="Intro Rust"/>
              </a:rPr>
              <a:t>MODELİ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726896" y="321267"/>
            <a:ext cx="0" cy="9965733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rot="-3554022">
            <a:off x="2408533" y="-7113581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080168" y="387942"/>
            <a:ext cx="6254950" cy="9613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71"/>
              </a:lnSpc>
            </a:pPr>
            <a:r>
              <a:rPr lang="en-US" sz="6792" b="1" spc="217">
                <a:solidFill>
                  <a:srgbClr val="25343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PLANLAMA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39238" y="4236403"/>
            <a:ext cx="9525" cy="32334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6" name="AutoShape 6"/>
          <p:cNvSpPr/>
          <p:nvPr/>
        </p:nvSpPr>
        <p:spPr>
          <a:xfrm flipV="1">
            <a:off x="1726896" y="3231515"/>
            <a:ext cx="1441771" cy="4763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AutoShape 7"/>
          <p:cNvSpPr/>
          <p:nvPr/>
        </p:nvSpPr>
        <p:spPr>
          <a:xfrm>
            <a:off x="1726896" y="4512628"/>
            <a:ext cx="2671321" cy="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AutoShape 8"/>
          <p:cNvSpPr/>
          <p:nvPr/>
        </p:nvSpPr>
        <p:spPr>
          <a:xfrm>
            <a:off x="1726896" y="5788978"/>
            <a:ext cx="4093682" cy="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726896" y="7065328"/>
            <a:ext cx="5419041" cy="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717371" y="8341678"/>
            <a:ext cx="7203362" cy="0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3488538" y="2941003"/>
            <a:ext cx="281439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Analiz-Prototip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01296" y="4222116"/>
            <a:ext cx="1730216" cy="491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 err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Planlama</a:t>
            </a:r>
            <a:endParaRPr lang="en-US" sz="3000" b="1" dirty="0" err="1">
              <a:solidFill>
                <a:srgbClr val="253439"/>
              </a:solidFill>
              <a:latin typeface="Arimo Bold"/>
              <a:ea typeface="Arimo Bold"/>
              <a:cs typeface="Arim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5986262" y="5498465"/>
            <a:ext cx="143279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Tasarım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69004" y="6760528"/>
            <a:ext cx="3740468" cy="53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Veri Tabanı-Kodlama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891587" y="8036878"/>
            <a:ext cx="2691884" cy="491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1" dirty="0" err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Bakım-Sonuç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27629" y="1129596"/>
            <a:ext cx="3778210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 dirty="0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-</a:t>
            </a:r>
            <a:r>
              <a:rPr lang="en-US" sz="4000" b="1" dirty="0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Gantt </a:t>
            </a:r>
            <a:r>
              <a:rPr lang="en-US" sz="4000" b="1" dirty="0" err="1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Şeması</a:t>
            </a:r>
            <a:endParaRPr lang="en-US" sz="4000" b="1" dirty="0" err="1">
              <a:solidFill>
                <a:srgbClr val="253439"/>
              </a:solidFill>
              <a:latin typeface="Glacial Indifference Bold"/>
              <a:ea typeface="Glacial Indifference Bold"/>
              <a:cs typeface="Glacial Indifference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514115">
            <a:off x="7865865" y="-6842286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080168" y="586769"/>
            <a:ext cx="6073325" cy="94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54"/>
              </a:lnSpc>
            </a:pPr>
            <a:r>
              <a:rPr lang="en-US" sz="6595" b="1" spc="211">
                <a:solidFill>
                  <a:srgbClr val="25343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ANALİZ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726896" y="1074504"/>
            <a:ext cx="0" cy="9212496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2080168" y="3671950"/>
            <a:ext cx="9799313" cy="6100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1"/>
              </a:lnSpc>
              <a:spcBef>
                <a:spcPct val="0"/>
              </a:spcBef>
            </a:pPr>
            <a:r>
              <a:rPr lang="en-US" sz="3443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Kullanıcıların sitede hızlı ve kolay şekilde ürünlere ulaşabilmesi hedeflenmiştir. </a:t>
            </a:r>
          </a:p>
          <a:p>
            <a:pPr algn="l">
              <a:lnSpc>
                <a:spcPts val="4821"/>
              </a:lnSpc>
              <a:spcBef>
                <a:spcPct val="0"/>
              </a:spcBef>
            </a:pPr>
            <a:endParaRPr lang="en-US" sz="3443" b="1">
              <a:solidFill>
                <a:srgbClr val="25343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821"/>
              </a:lnSpc>
              <a:spcBef>
                <a:spcPct val="0"/>
              </a:spcBef>
            </a:pPr>
            <a:r>
              <a:rPr lang="en-US" sz="3443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Bu nedenle ana menüde Ürünler, İletişim, SSS ve Hakkımızda sayfalarına yer verilmiştir. </a:t>
            </a:r>
          </a:p>
          <a:p>
            <a:pPr algn="l">
              <a:lnSpc>
                <a:spcPts val="4821"/>
              </a:lnSpc>
              <a:spcBef>
                <a:spcPct val="0"/>
              </a:spcBef>
            </a:pPr>
            <a:endParaRPr lang="en-US" sz="3443" b="1">
              <a:solidFill>
                <a:srgbClr val="25343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821"/>
              </a:lnSpc>
              <a:spcBef>
                <a:spcPct val="0"/>
              </a:spcBef>
            </a:pPr>
            <a:r>
              <a:rPr lang="en-US" sz="3443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Ayrıca ürün arama alanı sayesinde kullanıcıların istedikleri ürünü daha kısa sürede bulmaları amaçlanmıştır.</a:t>
            </a:r>
          </a:p>
          <a:p>
            <a:pPr algn="ctr">
              <a:lnSpc>
                <a:spcPts val="4660"/>
              </a:lnSpc>
              <a:spcBef>
                <a:spcPct val="0"/>
              </a:spcBef>
            </a:pPr>
            <a:endParaRPr lang="en-US" sz="3443" b="1">
              <a:solidFill>
                <a:srgbClr val="25343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080168" y="1551291"/>
            <a:ext cx="7941821" cy="7565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99"/>
              </a:lnSpc>
              <a:spcBef>
                <a:spcPct val="0"/>
              </a:spcBef>
            </a:pPr>
            <a:r>
              <a:rPr lang="en-US" sz="4500" b="1" dirty="0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-</a:t>
            </a:r>
            <a:r>
              <a:rPr lang="en-US" sz="4500" b="1" dirty="0" err="1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Kullanıcı</a:t>
            </a:r>
            <a:r>
              <a:rPr lang="en-US" sz="4500" b="1" dirty="0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4500" b="1" dirty="0" err="1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İhtiyaçları</a:t>
            </a:r>
            <a:r>
              <a:rPr lang="en-US" sz="4500" b="1" dirty="0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  <a:r>
              <a:rPr lang="en-US" sz="4500" b="1" dirty="0" err="1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Analizi</a:t>
            </a:r>
            <a:endParaRPr lang="en-US" sz="4500" b="1" dirty="0">
              <a:solidFill>
                <a:srgbClr val="253439"/>
              </a:solidFill>
              <a:latin typeface="Glacial Indifference Bold"/>
              <a:ea typeface="Glacial Indifference Bold"/>
              <a:cs typeface="Glacial Indifference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514115">
            <a:off x="8267352" y="-6897597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09575"/>
            <a:ext cx="6073325" cy="991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474"/>
              </a:lnSpc>
            </a:pPr>
            <a:r>
              <a:rPr lang="en-US" sz="6795" b="1" spc="217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ANALİZ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8813201" y="537252"/>
            <a:ext cx="0" cy="9212496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1028700" y="3356833"/>
            <a:ext cx="7437628" cy="5811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3"/>
              </a:lnSpc>
              <a:spcBef>
                <a:spcPct val="0"/>
              </a:spcBef>
            </a:pPr>
            <a:r>
              <a:rPr lang="en-US" sz="3309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Sitenin hedef kitlesi, internet üzerinden kıyafet alışverişi yapmak isteyen genç ve yetişkin kullanıcılardır. </a:t>
            </a:r>
          </a:p>
          <a:p>
            <a:pPr algn="l">
              <a:lnSpc>
                <a:spcPts val="4633"/>
              </a:lnSpc>
              <a:spcBef>
                <a:spcPct val="0"/>
              </a:spcBef>
            </a:pPr>
            <a:r>
              <a:rPr lang="en-US" sz="3309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Özellikle tişört, sweatshirt, pantolon, mont, ayakkabı gibi günlük giyim ürünlerini incelemek isteyen kullanıcılar için uygun bir yapı oluşturulmuştur.</a:t>
            </a:r>
          </a:p>
          <a:p>
            <a:pPr algn="l">
              <a:lnSpc>
                <a:spcPts val="4633"/>
              </a:lnSpc>
              <a:spcBef>
                <a:spcPct val="0"/>
              </a:spcBef>
            </a:pPr>
            <a:endParaRPr lang="en-US" sz="3309" b="1">
              <a:solidFill>
                <a:srgbClr val="253439"/>
              </a:solidFill>
              <a:latin typeface="Arimo Bold"/>
              <a:ea typeface="Arimo Bold"/>
              <a:cs typeface="Arimo Bold"/>
              <a:sym typeface="Arimo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2172370"/>
            <a:ext cx="6084326" cy="15581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299"/>
              </a:lnSpc>
              <a:spcBef>
                <a:spcPct val="0"/>
              </a:spcBef>
            </a:pPr>
            <a:r>
              <a:rPr lang="en-US" sz="4500" b="1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-Hedef Kitle Analizi</a:t>
            </a:r>
          </a:p>
          <a:p>
            <a:pPr algn="l">
              <a:lnSpc>
                <a:spcPts val="6299"/>
              </a:lnSpc>
              <a:spcBef>
                <a:spcPct val="0"/>
              </a:spcBef>
            </a:pPr>
            <a:endParaRPr lang="en-US" sz="4500" b="1">
              <a:solidFill>
                <a:srgbClr val="253439"/>
              </a:solidFill>
              <a:latin typeface="Glacial Indifference Bold"/>
              <a:ea typeface="Glacial Indifference Bold"/>
              <a:cs typeface="Glacial Indifference Bold"/>
              <a:sym typeface="Glacial Indifference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470426" y="3356833"/>
            <a:ext cx="7172781" cy="5811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4"/>
              </a:lnSpc>
              <a:spcBef>
                <a:spcPct val="0"/>
              </a:spcBef>
            </a:pPr>
            <a:r>
              <a:rPr lang="en-US" sz="3310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Ürünler farklı kategorilere ayrılmıştır.</a:t>
            </a:r>
          </a:p>
          <a:p>
            <a:pPr algn="l">
              <a:lnSpc>
                <a:spcPts val="4634"/>
              </a:lnSpc>
              <a:spcBef>
                <a:spcPct val="0"/>
              </a:spcBef>
            </a:pPr>
            <a:r>
              <a:rPr lang="en-US" sz="3310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Tişört, sweatshirt, şort, pantolon, eşofman, ceket, mont ve ayakkabı gibi filtreleme seçenekleri sayesinde kullanıcılar aradıkları ürün grubuna daha rahat ulaşabilir. Bu yapı, alışveriş sürecini hızlandırır ve kullanıcı deneyimini güçlendirir.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46563" y="2180332"/>
            <a:ext cx="4092250" cy="771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299"/>
              </a:lnSpc>
              <a:spcBef>
                <a:spcPct val="0"/>
              </a:spcBef>
            </a:pPr>
            <a:r>
              <a:rPr lang="en-US" sz="4500" b="1" u="none" strike="noStrike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-Ürün Analizi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726896" y="592563"/>
            <a:ext cx="0" cy="9694437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2080168" y="1892275"/>
            <a:ext cx="14599087" cy="8175488"/>
          </a:xfrm>
          <a:custGeom>
            <a:avLst/>
            <a:gdLst/>
            <a:ahLst/>
            <a:cxnLst/>
            <a:rect l="l" t="t" r="r" b="b"/>
            <a:pathLst>
              <a:path w="14599087" h="8175488">
                <a:moveTo>
                  <a:pt x="0" y="0"/>
                </a:moveTo>
                <a:lnTo>
                  <a:pt x="14599086" y="0"/>
                </a:lnTo>
                <a:lnTo>
                  <a:pt x="14599086" y="8175488"/>
                </a:lnTo>
                <a:lnTo>
                  <a:pt x="0" y="81754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514115">
            <a:off x="7865865" y="-6842286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080168" y="87689"/>
            <a:ext cx="6073325" cy="94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54"/>
              </a:lnSpc>
            </a:pPr>
            <a:r>
              <a:rPr lang="en-US" sz="6595" b="1" spc="211">
                <a:solidFill>
                  <a:srgbClr val="25343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ANALİZ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68304" y="1009235"/>
            <a:ext cx="6061757" cy="750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 b="1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-Use-Case Diyagramı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591482"/>
            <a:ext cx="0" cy="8666818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rot="-3554022">
            <a:off x="2486739" y="-6843366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83432" y="1930876"/>
            <a:ext cx="12538152" cy="1266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186"/>
              </a:lnSpc>
            </a:pPr>
            <a:r>
              <a:rPr lang="en-US" sz="3528" b="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Web sitemiz, kullanıcı deneyimini ön planda tutan modern ve sade bir tasarım anlayışıyla geliştirildi.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12008" y="406688"/>
            <a:ext cx="6073325" cy="94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54"/>
              </a:lnSpc>
            </a:pPr>
            <a:r>
              <a:rPr lang="en-US" sz="6595" b="1" spc="21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TASARIM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83432" y="4971669"/>
            <a:ext cx="14023743" cy="979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2"/>
              </a:lnSpc>
              <a:spcBef>
                <a:spcPct val="0"/>
              </a:spcBef>
            </a:pPr>
            <a:r>
              <a:rPr lang="en-US" sz="3538" b="1" spc="113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Ürünleri kart yapısı şeklinde düzenleyerek kullanıcıların ürünleri kolayca incelemesi sağlandı.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16757" y="3742953"/>
            <a:ext cx="9303978" cy="621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37"/>
              </a:lnSpc>
            </a:pPr>
            <a:r>
              <a:rPr lang="en-US" sz="3800" b="1" dirty="0" err="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Estetik</a:t>
            </a:r>
            <a:r>
              <a:rPr lang="en-US" sz="3800" b="1" dirty="0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800" b="1" dirty="0" err="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ve</a:t>
            </a:r>
            <a:r>
              <a:rPr lang="en-US" sz="3800" b="1" dirty="0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800" b="1" dirty="0" err="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işlevsellik</a:t>
            </a:r>
            <a:r>
              <a:rPr lang="en-US" sz="3800" b="1" dirty="0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800" b="1" dirty="0" err="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bir</a:t>
            </a:r>
            <a:r>
              <a:rPr lang="en-US" sz="3800" b="1" dirty="0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800" b="1" dirty="0" err="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arada</a:t>
            </a:r>
            <a:r>
              <a:rPr lang="en-US" sz="3800" b="1" dirty="0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800" b="1" dirty="0" err="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sunuldu</a:t>
            </a:r>
            <a:r>
              <a:rPr lang="en-US" sz="3800" b="1" dirty="0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83432" y="6561326"/>
            <a:ext cx="12677341" cy="1384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6"/>
              </a:lnSpc>
              <a:spcBef>
                <a:spcPct val="0"/>
              </a:spcBef>
            </a:pPr>
            <a:r>
              <a:rPr lang="en-US" sz="3324" b="1" spc="106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Renk, yazı tipi, boşluklar ve buton tasarımları birbiriyle uyumlu olanları seçerek sitenin profesyonel ve bütünlüklü görünmesi amaçlandı.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95375" y="804360"/>
            <a:ext cx="0" cy="6406813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rot="-3554022">
            <a:off x="2486739" y="-6843366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83432" y="2182707"/>
            <a:ext cx="15733652" cy="8094685"/>
          </a:xfrm>
          <a:custGeom>
            <a:avLst/>
            <a:gdLst/>
            <a:ahLst/>
            <a:cxnLst/>
            <a:rect l="l" t="t" r="r" b="b"/>
            <a:pathLst>
              <a:path w="15733652" h="8094685">
                <a:moveTo>
                  <a:pt x="0" y="0"/>
                </a:moveTo>
                <a:lnTo>
                  <a:pt x="15733653" y="0"/>
                </a:lnTo>
                <a:lnTo>
                  <a:pt x="15733653" y="8094685"/>
                </a:lnTo>
                <a:lnTo>
                  <a:pt x="0" y="80946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386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83432" y="57150"/>
            <a:ext cx="6073325" cy="94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54"/>
              </a:lnSpc>
            </a:pPr>
            <a:r>
              <a:rPr lang="en-US" sz="6595" b="1" spc="21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TASARIM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40495" y="1293762"/>
            <a:ext cx="7999572" cy="5967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95"/>
              </a:lnSpc>
            </a:pPr>
            <a:r>
              <a:rPr lang="en-US" sz="3639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Sitemizin Ana Sayfa Tasarımı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95375" y="804360"/>
            <a:ext cx="0" cy="6406813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383432" y="2228774"/>
            <a:ext cx="10601321" cy="8058226"/>
          </a:xfrm>
          <a:custGeom>
            <a:avLst/>
            <a:gdLst/>
            <a:ahLst/>
            <a:cxnLst/>
            <a:rect l="l" t="t" r="r" b="b"/>
            <a:pathLst>
              <a:path w="10601321" h="8058226">
                <a:moveTo>
                  <a:pt x="0" y="0"/>
                </a:moveTo>
                <a:lnTo>
                  <a:pt x="10601321" y="0"/>
                </a:lnTo>
                <a:lnTo>
                  <a:pt x="10601321" y="8058226"/>
                </a:lnTo>
                <a:lnTo>
                  <a:pt x="0" y="80582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r="-511"/>
            </a:stretch>
          </a:blipFill>
        </p:spPr>
      </p:sp>
      <p:sp>
        <p:nvSpPr>
          <p:cNvPr id="4" name="Freeform 4"/>
          <p:cNvSpPr/>
          <p:nvPr/>
        </p:nvSpPr>
        <p:spPr>
          <a:xfrm rot="-3554022">
            <a:off x="2486739" y="-6843366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383432" y="57150"/>
            <a:ext cx="6073325" cy="94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54"/>
              </a:lnSpc>
            </a:pPr>
            <a:r>
              <a:rPr lang="en-US" sz="6595" b="1" spc="21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TASARIM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83432" y="1232413"/>
            <a:ext cx="8804603" cy="657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01"/>
              </a:lnSpc>
            </a:pPr>
            <a:r>
              <a:rPr lang="en-US" sz="3643" b="1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Sitemizin Ürünler Tasarımının Bir Kısmı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514115">
            <a:off x="7865865" y="-6842286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AutoShape 3"/>
          <p:cNvSpPr/>
          <p:nvPr/>
        </p:nvSpPr>
        <p:spPr>
          <a:xfrm flipV="1">
            <a:off x="1726896" y="1074504"/>
            <a:ext cx="0" cy="9212496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Freeform 4"/>
          <p:cNvSpPr/>
          <p:nvPr/>
        </p:nvSpPr>
        <p:spPr>
          <a:xfrm>
            <a:off x="12618196" y="2598894"/>
            <a:ext cx="2208091" cy="2208091"/>
          </a:xfrm>
          <a:custGeom>
            <a:avLst/>
            <a:gdLst/>
            <a:ahLst/>
            <a:cxnLst/>
            <a:rect l="l" t="t" r="r" b="b"/>
            <a:pathLst>
              <a:path w="2208091" h="2208091">
                <a:moveTo>
                  <a:pt x="0" y="0"/>
                </a:moveTo>
                <a:lnTo>
                  <a:pt x="2208090" y="0"/>
                </a:lnTo>
                <a:lnTo>
                  <a:pt x="2208090" y="2208090"/>
                </a:lnTo>
                <a:lnTo>
                  <a:pt x="0" y="22080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1448068" y="4806984"/>
            <a:ext cx="4514415" cy="2539358"/>
          </a:xfrm>
          <a:custGeom>
            <a:avLst/>
            <a:gdLst/>
            <a:ahLst/>
            <a:cxnLst/>
            <a:rect l="l" t="t" r="r" b="b"/>
            <a:pathLst>
              <a:path w="4514415" h="2539358">
                <a:moveTo>
                  <a:pt x="0" y="0"/>
                </a:moveTo>
                <a:lnTo>
                  <a:pt x="4514415" y="0"/>
                </a:lnTo>
                <a:lnTo>
                  <a:pt x="4514415" y="2539359"/>
                </a:lnTo>
                <a:lnTo>
                  <a:pt x="0" y="25393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080168" y="2056485"/>
            <a:ext cx="8814535" cy="6904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95"/>
              </a:lnSpc>
              <a:spcBef>
                <a:spcPct val="0"/>
              </a:spcBef>
            </a:pPr>
            <a:r>
              <a:rPr lang="en-US" sz="3814" b="1" spc="122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Bu proje kıyafet satış sitesinin temel yapısı HTML, CSS ve JavaScript kullanılarak oluşturulmuştur.</a:t>
            </a:r>
          </a:p>
          <a:p>
            <a:pPr algn="l">
              <a:lnSpc>
                <a:spcPts val="4195"/>
              </a:lnSpc>
              <a:spcBef>
                <a:spcPct val="0"/>
              </a:spcBef>
            </a:pPr>
            <a:endParaRPr lang="en-US" sz="3814" b="1" spc="122">
              <a:solidFill>
                <a:srgbClr val="25343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195"/>
              </a:lnSpc>
              <a:spcBef>
                <a:spcPct val="0"/>
              </a:spcBef>
            </a:pPr>
            <a:r>
              <a:rPr lang="en-US" sz="3814" b="1" spc="122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HTML ile sayfanın iskeleti hazırlanmış, </a:t>
            </a:r>
          </a:p>
          <a:p>
            <a:pPr algn="l">
              <a:lnSpc>
                <a:spcPts val="4195"/>
              </a:lnSpc>
              <a:spcBef>
                <a:spcPct val="0"/>
              </a:spcBef>
            </a:pPr>
            <a:endParaRPr lang="en-US" sz="3814" b="1" spc="122">
              <a:solidFill>
                <a:srgbClr val="253439"/>
              </a:solidFill>
              <a:latin typeface="Arimo Bold"/>
              <a:ea typeface="Arimo Bold"/>
              <a:cs typeface="Arimo Bold"/>
              <a:sym typeface="Arimo Bold"/>
            </a:endParaRPr>
          </a:p>
          <a:p>
            <a:pPr algn="l">
              <a:lnSpc>
                <a:spcPts val="4195"/>
              </a:lnSpc>
              <a:spcBef>
                <a:spcPct val="0"/>
              </a:spcBef>
            </a:pPr>
            <a:r>
              <a:rPr lang="en-US" sz="3814" b="1" spc="122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CSS ile görsel tasarım düzenlenmiş,</a:t>
            </a:r>
          </a:p>
          <a:p>
            <a:pPr algn="l">
              <a:lnSpc>
                <a:spcPts val="4195"/>
              </a:lnSpc>
              <a:spcBef>
                <a:spcPct val="0"/>
              </a:spcBef>
            </a:pPr>
            <a:r>
              <a:rPr lang="en-US" sz="3814" b="1" spc="122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</a:p>
          <a:p>
            <a:pPr algn="l">
              <a:lnSpc>
                <a:spcPts val="4195"/>
              </a:lnSpc>
              <a:spcBef>
                <a:spcPct val="0"/>
              </a:spcBef>
            </a:pPr>
            <a:r>
              <a:rPr lang="en-US" sz="3814" b="1" spc="122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JavaScript ile kullanıcı etkileşimleri sağlanmıştır.</a:t>
            </a:r>
          </a:p>
        </p:txBody>
      </p:sp>
      <p:sp>
        <p:nvSpPr>
          <p:cNvPr id="7" name="Freeform 7"/>
          <p:cNvSpPr/>
          <p:nvPr/>
        </p:nvSpPr>
        <p:spPr>
          <a:xfrm>
            <a:off x="12618196" y="7346343"/>
            <a:ext cx="2174160" cy="2174160"/>
          </a:xfrm>
          <a:custGeom>
            <a:avLst/>
            <a:gdLst/>
            <a:ahLst/>
            <a:cxnLst/>
            <a:rect l="l" t="t" r="r" b="b"/>
            <a:pathLst>
              <a:path w="2174160" h="2174160">
                <a:moveTo>
                  <a:pt x="0" y="0"/>
                </a:moveTo>
                <a:lnTo>
                  <a:pt x="2174159" y="0"/>
                </a:lnTo>
                <a:lnTo>
                  <a:pt x="2174159" y="2174159"/>
                </a:lnTo>
                <a:lnTo>
                  <a:pt x="0" y="21741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080168" y="586769"/>
            <a:ext cx="6073325" cy="94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54"/>
              </a:lnSpc>
            </a:pPr>
            <a:r>
              <a:rPr lang="en-US" sz="6595" b="1" spc="21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KODLAMA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9077325" y="592563"/>
            <a:ext cx="0" cy="9212496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9391650" y="2429020"/>
            <a:ext cx="7867650" cy="6829280"/>
          </a:xfrm>
          <a:custGeom>
            <a:avLst/>
            <a:gdLst/>
            <a:ahLst/>
            <a:cxnLst/>
            <a:rect l="l" t="t" r="r" b="b"/>
            <a:pathLst>
              <a:path w="7867650" h="6829280">
                <a:moveTo>
                  <a:pt x="0" y="0"/>
                </a:moveTo>
                <a:lnTo>
                  <a:pt x="7867650" y="0"/>
                </a:lnTo>
                <a:lnTo>
                  <a:pt x="7867650" y="6829280"/>
                </a:lnTo>
                <a:lnTo>
                  <a:pt x="0" y="6829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2514115">
            <a:off x="8431379" y="-7238145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01211"/>
            <a:ext cx="6073325" cy="94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54"/>
              </a:lnSpc>
            </a:pPr>
            <a:r>
              <a:rPr lang="en-US" sz="6595" b="1" spc="21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KODLAMA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863757"/>
            <a:ext cx="6256418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39"/>
              </a:lnSpc>
              <a:spcBef>
                <a:spcPct val="0"/>
              </a:spcBef>
            </a:pPr>
            <a:r>
              <a:rPr lang="en-US" sz="4126" b="1" spc="132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-Kullanılan Teknolojiler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352725"/>
            <a:ext cx="7734395" cy="4441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85"/>
              </a:lnSpc>
              <a:spcBef>
                <a:spcPct val="0"/>
              </a:spcBef>
            </a:pPr>
            <a:r>
              <a:rPr lang="en-US" sz="3986" b="1" spc="127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Sitenin ana yapısını </a:t>
            </a:r>
          </a:p>
          <a:p>
            <a:pPr algn="l">
              <a:lnSpc>
                <a:spcPts val="4385"/>
              </a:lnSpc>
              <a:spcBef>
                <a:spcPct val="0"/>
              </a:spcBef>
            </a:pPr>
            <a:r>
              <a:rPr lang="en-US" sz="3986" b="1" spc="127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oluşturmak için kullanılmıştır. </a:t>
            </a:r>
          </a:p>
          <a:p>
            <a:pPr algn="l">
              <a:lnSpc>
                <a:spcPts val="4385"/>
              </a:lnSpc>
              <a:spcBef>
                <a:spcPct val="0"/>
              </a:spcBef>
            </a:pPr>
            <a:r>
              <a:rPr lang="en-US" sz="3986" b="1" spc="127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Başlık, menü, </a:t>
            </a:r>
          </a:p>
          <a:p>
            <a:pPr algn="l">
              <a:lnSpc>
                <a:spcPts val="4385"/>
              </a:lnSpc>
              <a:spcBef>
                <a:spcPct val="0"/>
              </a:spcBef>
            </a:pPr>
            <a:r>
              <a:rPr lang="en-US" sz="3986" b="1" spc="127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ürün bölümü, </a:t>
            </a:r>
          </a:p>
          <a:p>
            <a:pPr algn="l">
              <a:lnSpc>
                <a:spcPts val="4385"/>
              </a:lnSpc>
              <a:spcBef>
                <a:spcPct val="0"/>
              </a:spcBef>
            </a:pPr>
            <a:r>
              <a:rPr lang="en-US" sz="3986" b="1" spc="127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sepet bağlantısı, </a:t>
            </a:r>
          </a:p>
          <a:p>
            <a:pPr algn="l">
              <a:lnSpc>
                <a:spcPts val="4385"/>
              </a:lnSpc>
              <a:spcBef>
                <a:spcPct val="0"/>
              </a:spcBef>
            </a:pPr>
            <a:r>
              <a:rPr lang="en-US" sz="3986" b="1" spc="127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arama alanı </a:t>
            </a:r>
          </a:p>
          <a:p>
            <a:pPr algn="l">
              <a:lnSpc>
                <a:spcPts val="4385"/>
              </a:lnSpc>
              <a:spcBef>
                <a:spcPct val="0"/>
              </a:spcBef>
            </a:pPr>
            <a:r>
              <a:rPr lang="en-US" sz="3986" b="1" spc="127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ve footer gibi bölümler </a:t>
            </a:r>
          </a:p>
          <a:p>
            <a:pPr algn="l">
              <a:lnSpc>
                <a:spcPts val="4385"/>
              </a:lnSpc>
              <a:spcBef>
                <a:spcPct val="0"/>
              </a:spcBef>
            </a:pPr>
            <a:r>
              <a:rPr lang="en-US" sz="3986" b="1" spc="127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HTML ile hazırlanmıştır.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28675" y="2891058"/>
            <a:ext cx="2366724" cy="10081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41"/>
              </a:lnSpc>
              <a:spcBef>
                <a:spcPct val="0"/>
              </a:spcBef>
            </a:pPr>
            <a:r>
              <a:rPr lang="en-US" sz="4420" b="1">
                <a:solidFill>
                  <a:srgbClr val="9D2525"/>
                </a:solidFill>
                <a:latin typeface="Aileron Bold"/>
                <a:ea typeface="Aileron Bold"/>
                <a:cs typeface="Aileron Bold"/>
                <a:sym typeface="Aileron Bold"/>
              </a:rPr>
              <a:t>HTML: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391650" y="1382809"/>
            <a:ext cx="6387910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 b="1" spc="10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Sitenin Ana Sayfası için HTML</a:t>
            </a:r>
          </a:p>
          <a:p>
            <a:pPr algn="just">
              <a:lnSpc>
                <a:spcPts val="3520"/>
              </a:lnSpc>
              <a:spcBef>
                <a:spcPct val="0"/>
              </a:spcBef>
            </a:pPr>
            <a:r>
              <a:rPr lang="en-US" sz="3200" b="1" spc="10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Kodu Örneği: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9077325" y="592563"/>
            <a:ext cx="0" cy="9212496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9391650" y="2466129"/>
            <a:ext cx="8126810" cy="5863160"/>
          </a:xfrm>
          <a:custGeom>
            <a:avLst/>
            <a:gdLst/>
            <a:ahLst/>
            <a:cxnLst/>
            <a:rect l="l" t="t" r="r" b="b"/>
            <a:pathLst>
              <a:path w="8126810" h="5863160">
                <a:moveTo>
                  <a:pt x="0" y="0"/>
                </a:moveTo>
                <a:lnTo>
                  <a:pt x="8126810" y="0"/>
                </a:lnTo>
                <a:lnTo>
                  <a:pt x="8126810" y="5863160"/>
                </a:lnTo>
                <a:lnTo>
                  <a:pt x="0" y="58631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984" r="-1984"/>
            </a:stretch>
          </a:blipFill>
        </p:spPr>
      </p:sp>
      <p:sp>
        <p:nvSpPr>
          <p:cNvPr id="4" name="Freeform 4"/>
          <p:cNvSpPr/>
          <p:nvPr/>
        </p:nvSpPr>
        <p:spPr>
          <a:xfrm rot="2514115">
            <a:off x="8431379" y="-7238145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901211"/>
            <a:ext cx="6073325" cy="94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54"/>
              </a:lnSpc>
            </a:pPr>
            <a:r>
              <a:rPr lang="en-US" sz="6595" b="1" spc="21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KODLAMA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863757"/>
            <a:ext cx="6223288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39"/>
              </a:lnSpc>
              <a:spcBef>
                <a:spcPct val="0"/>
              </a:spcBef>
            </a:pPr>
            <a:r>
              <a:rPr lang="en-US" sz="4126" b="1" spc="132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-Kullanılan Teknolojiler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4333675"/>
            <a:ext cx="7492829" cy="3885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0"/>
              </a:lnSpc>
              <a:spcBef>
                <a:spcPct val="0"/>
              </a:spcBef>
            </a:pPr>
            <a:r>
              <a:rPr lang="en-US" sz="3963" b="1" spc="126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Sitenin modern ve kullanıcı dostu görünmesi için kullanılmıştır. Renkler, yazı tipleri, ürün kartları, butonlar, sayfa düzeni ve responsive tasarım CSS ile şekillendirilmiştir.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719608"/>
            <a:ext cx="1687312" cy="976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41"/>
              </a:lnSpc>
              <a:spcBef>
                <a:spcPct val="0"/>
              </a:spcBef>
            </a:pPr>
            <a:r>
              <a:rPr lang="en-US" sz="4400" b="1">
                <a:solidFill>
                  <a:srgbClr val="9D2525"/>
                </a:solidFill>
                <a:latin typeface="Aileron Bold"/>
                <a:ea typeface="Aileron Bold"/>
                <a:cs typeface="Aileron Bold"/>
                <a:sym typeface="Aileron Bold"/>
              </a:rPr>
              <a:t>CSS:</a:t>
            </a:r>
            <a:endParaRPr lang="en-US" sz="4420" b="1">
              <a:solidFill>
                <a:srgbClr val="9D2525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9391650" y="1376570"/>
            <a:ext cx="622200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 b="1" spc="10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Sitenin Header Alanı için CSS</a:t>
            </a:r>
          </a:p>
          <a:p>
            <a:pPr algn="just">
              <a:lnSpc>
                <a:spcPts val="3520"/>
              </a:lnSpc>
              <a:spcBef>
                <a:spcPct val="0"/>
              </a:spcBef>
            </a:pPr>
            <a:r>
              <a:rPr lang="en-US" sz="3200" b="1" spc="10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Kodu Örneği: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9077325" y="592563"/>
            <a:ext cx="0" cy="9212496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9391650" y="2640951"/>
            <a:ext cx="7157077" cy="6676800"/>
          </a:xfrm>
          <a:custGeom>
            <a:avLst/>
            <a:gdLst/>
            <a:ahLst/>
            <a:cxnLst/>
            <a:rect l="l" t="t" r="r" b="b"/>
            <a:pathLst>
              <a:path w="7157077" h="6676800">
                <a:moveTo>
                  <a:pt x="0" y="0"/>
                </a:moveTo>
                <a:lnTo>
                  <a:pt x="7157077" y="0"/>
                </a:lnTo>
                <a:lnTo>
                  <a:pt x="7157077" y="6676800"/>
                </a:lnTo>
                <a:lnTo>
                  <a:pt x="0" y="6676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901211"/>
            <a:ext cx="6073325" cy="94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54"/>
              </a:lnSpc>
            </a:pPr>
            <a:r>
              <a:rPr lang="en-US" sz="6595" b="1" spc="21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KODLAMA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12135" y="1863757"/>
            <a:ext cx="6272983" cy="5770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39"/>
              </a:lnSpc>
              <a:spcBef>
                <a:spcPct val="0"/>
              </a:spcBef>
            </a:pPr>
            <a:r>
              <a:rPr lang="en-US" sz="4126" b="1" spc="132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-Kullanılan Teknolojiler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4333675"/>
            <a:ext cx="7492829" cy="49840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60"/>
              </a:lnSpc>
              <a:spcBef>
                <a:spcPct val="0"/>
              </a:spcBef>
            </a:pPr>
            <a:r>
              <a:rPr lang="en-US" sz="3963" b="1" spc="126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Ürünlerin listelenmesi, kategori filtreleme, ürün arama ve sepet sayısının güncellenmesi gibi etkileşimli işlemler için kullanılmıştır. Böylece kullanıcı site üzerinde daha aktif bir alışveriş deneyimi yaşayabilmektedir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61120" y="2891058"/>
            <a:ext cx="3546753" cy="9767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41"/>
              </a:lnSpc>
              <a:spcBef>
                <a:spcPct val="0"/>
              </a:spcBef>
            </a:pPr>
            <a:r>
              <a:rPr lang="en-US" sz="4420" b="1">
                <a:solidFill>
                  <a:srgbClr val="9D2525"/>
                </a:solidFill>
                <a:latin typeface="Aileron Bold"/>
                <a:ea typeface="Aileron Bold"/>
                <a:cs typeface="Aileron Bold"/>
                <a:sym typeface="Aileron Bold"/>
              </a:rPr>
              <a:t>JavaScript: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391650" y="1382809"/>
            <a:ext cx="6286599" cy="8976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20"/>
              </a:lnSpc>
            </a:pPr>
            <a:r>
              <a:rPr lang="en-US" sz="3200" b="1" spc="10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Sitenin Ürün Görselleri için JS</a:t>
            </a:r>
          </a:p>
          <a:p>
            <a:pPr algn="just">
              <a:lnSpc>
                <a:spcPts val="3520"/>
              </a:lnSpc>
              <a:spcBef>
                <a:spcPct val="0"/>
              </a:spcBef>
            </a:pPr>
            <a:r>
              <a:rPr lang="en-US" sz="3200" b="1" spc="10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Kodu Örneği:</a:t>
            </a:r>
          </a:p>
        </p:txBody>
      </p:sp>
      <p:sp>
        <p:nvSpPr>
          <p:cNvPr id="9" name="Freeform 9"/>
          <p:cNvSpPr/>
          <p:nvPr/>
        </p:nvSpPr>
        <p:spPr>
          <a:xfrm rot="2514115">
            <a:off x="8497640" y="-7188449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9077325" y="592563"/>
            <a:ext cx="0" cy="9212496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9391650" y="1382809"/>
            <a:ext cx="3877027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20"/>
              </a:lnSpc>
              <a:spcBef>
                <a:spcPct val="0"/>
              </a:spcBef>
            </a:pPr>
            <a:r>
              <a:rPr lang="en-US" sz="3200" b="1" spc="10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SQL Kodu Örneği:</a:t>
            </a:r>
          </a:p>
        </p:txBody>
      </p:sp>
      <p:sp>
        <p:nvSpPr>
          <p:cNvPr id="4" name="Freeform 4"/>
          <p:cNvSpPr/>
          <p:nvPr/>
        </p:nvSpPr>
        <p:spPr>
          <a:xfrm>
            <a:off x="9391650" y="2930479"/>
            <a:ext cx="8462818" cy="6327821"/>
          </a:xfrm>
          <a:custGeom>
            <a:avLst/>
            <a:gdLst/>
            <a:ahLst/>
            <a:cxnLst/>
            <a:rect l="l" t="t" r="r" b="b"/>
            <a:pathLst>
              <a:path w="8462818" h="6327821">
                <a:moveTo>
                  <a:pt x="0" y="0"/>
                </a:moveTo>
                <a:lnTo>
                  <a:pt x="8462818" y="0"/>
                </a:lnTo>
                <a:lnTo>
                  <a:pt x="8462818" y="6327821"/>
                </a:lnTo>
                <a:lnTo>
                  <a:pt x="0" y="63278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2514115">
            <a:off x="8431379" y="-7238145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28700" y="901211"/>
            <a:ext cx="6073325" cy="94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54"/>
              </a:lnSpc>
            </a:pPr>
            <a:r>
              <a:rPr lang="en-US" sz="6595" b="1" spc="21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KODLAMA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0560" y="1881651"/>
            <a:ext cx="6988922" cy="5514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19"/>
              </a:lnSpc>
              <a:spcBef>
                <a:spcPct val="0"/>
              </a:spcBef>
            </a:pPr>
            <a:r>
              <a:rPr lang="en-US" sz="3926" b="1" spc="125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-SQL/VERİTABANI MANTIĞI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4343200"/>
            <a:ext cx="7616810" cy="5057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32"/>
              </a:lnSpc>
            </a:pPr>
            <a:r>
              <a:rPr lang="en-US" sz="4029" b="1" spc="128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Projede kullanıcı bilgileri, ürünler, siparişler ve sepet verilerinin saklanabilmesi için SQL mantığı düşünülmüştür. </a:t>
            </a:r>
          </a:p>
          <a:p>
            <a:pPr algn="l">
              <a:lnSpc>
                <a:spcPts val="4432"/>
              </a:lnSpc>
              <a:spcBef>
                <a:spcPct val="0"/>
              </a:spcBef>
            </a:pPr>
            <a:r>
              <a:rPr lang="en-US" sz="4029" b="1" spc="128">
                <a:solidFill>
                  <a:srgbClr val="253439"/>
                </a:solidFill>
                <a:latin typeface="Arimo Bold"/>
                <a:ea typeface="Arimo Bold"/>
                <a:cs typeface="Arimo Bold"/>
                <a:sym typeface="Arimo Bold"/>
              </a:rPr>
              <a:t>Bu yapı sayesinde her kullanıcının kendi hesabı, sepeti ve sipariş bilgileri ayrı şekilde tutulabilir.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717759"/>
            <a:ext cx="1413189" cy="10081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841"/>
              </a:lnSpc>
              <a:spcBef>
                <a:spcPct val="0"/>
              </a:spcBef>
            </a:pPr>
            <a:r>
              <a:rPr lang="en-US" sz="4420" b="1">
                <a:solidFill>
                  <a:srgbClr val="9D2525"/>
                </a:solidFill>
                <a:latin typeface="Aileron Bold"/>
                <a:ea typeface="Aileron Bold"/>
                <a:cs typeface="Aileron Bold"/>
                <a:sym typeface="Aileron Bold"/>
              </a:rPr>
              <a:t>SQL: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3554022">
            <a:off x="2501689" y="-703824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6"/>
                </a:lnTo>
                <a:lnTo>
                  <a:pt x="0" y="148696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202863" y="632573"/>
            <a:ext cx="6073325" cy="94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54"/>
              </a:lnSpc>
            </a:pPr>
            <a:r>
              <a:rPr lang="en-US" sz="6595" b="1" spc="211">
                <a:solidFill>
                  <a:srgbClr val="25343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BAKIM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1726896" y="1074504"/>
            <a:ext cx="0" cy="9212496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TextBox 5"/>
          <p:cNvSpPr txBox="1"/>
          <p:nvPr/>
        </p:nvSpPr>
        <p:spPr>
          <a:xfrm>
            <a:off x="2202863" y="1695693"/>
            <a:ext cx="9472362" cy="394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1"/>
              </a:lnSpc>
            </a:pPr>
            <a:r>
              <a:rPr lang="en-US" sz="3744" b="1">
                <a:solidFill>
                  <a:srgbClr val="9D2525"/>
                </a:solidFill>
                <a:latin typeface="Aileron Bold"/>
                <a:ea typeface="Aileron Bold"/>
                <a:cs typeface="Aileron Bold"/>
                <a:sym typeface="Aileron Bold"/>
              </a:rPr>
              <a:t>-Ürün Bilgilerinin Güncellenmesi</a:t>
            </a:r>
          </a:p>
          <a:p>
            <a:pPr algn="l">
              <a:lnSpc>
                <a:spcPts val="5241"/>
              </a:lnSpc>
            </a:pPr>
            <a:r>
              <a:rPr lang="en-US" sz="3744" b="1">
                <a:solidFill>
                  <a:srgbClr val="253439"/>
                </a:solidFill>
                <a:latin typeface="Aileron Bold"/>
                <a:ea typeface="Aileron Bold"/>
                <a:cs typeface="Aileron Bold"/>
                <a:sym typeface="Aileron Bold"/>
              </a:rPr>
              <a:t>Sitedeki ürünlerin fiyatları, görselleri, beden seçenekleri ve açıklamaları düzenli olarak güncellenmelidir. Yeni ürünler eklendiğinde kategori sistemi de buna göre düzenlenmelidir.</a:t>
            </a:r>
          </a:p>
        </p:txBody>
      </p:sp>
      <p:sp>
        <p:nvSpPr>
          <p:cNvPr id="6" name="Freeform 6"/>
          <p:cNvSpPr/>
          <p:nvPr/>
        </p:nvSpPr>
        <p:spPr>
          <a:xfrm>
            <a:off x="11848473" y="5293967"/>
            <a:ext cx="6426634" cy="5191614"/>
          </a:xfrm>
          <a:custGeom>
            <a:avLst/>
            <a:gdLst/>
            <a:ahLst/>
            <a:cxnLst/>
            <a:rect l="l" t="t" r="r" b="b"/>
            <a:pathLst>
              <a:path w="6426634" h="5191614">
                <a:moveTo>
                  <a:pt x="0" y="0"/>
                </a:moveTo>
                <a:lnTo>
                  <a:pt x="6426635" y="0"/>
                </a:lnTo>
                <a:lnTo>
                  <a:pt x="6426635" y="5191614"/>
                </a:lnTo>
                <a:lnTo>
                  <a:pt x="0" y="5191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180" r="-1530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02863" y="5975153"/>
            <a:ext cx="7752220" cy="3853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1"/>
              </a:lnSpc>
            </a:pPr>
            <a:r>
              <a:rPr lang="en-US" sz="3365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-</a:t>
            </a:r>
            <a:r>
              <a:rPr lang="en-US" sz="3365" b="1">
                <a:solidFill>
                  <a:srgbClr val="9D2525"/>
                </a:solidFill>
                <a:latin typeface="Aileron Bold"/>
                <a:ea typeface="Aileron Bold"/>
                <a:cs typeface="Aileron Bold"/>
                <a:sym typeface="Aileron Bold"/>
              </a:rPr>
              <a:t>Kullanıcı Giriş Sisteminin Kontrolü</a:t>
            </a:r>
          </a:p>
          <a:p>
            <a:pPr algn="l">
              <a:lnSpc>
                <a:spcPts val="4711"/>
              </a:lnSpc>
            </a:pPr>
            <a:r>
              <a:rPr lang="en-US" sz="3365" b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Oturum açma ve kullanıcı hesabı bölümleri düzenli olarak test edilmelidir. Kullanıcı bilgilerinin güvenli tutulması ve giriş işlemlerinin sorunsuz çalışması önemlidir.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726896" y="1074504"/>
            <a:ext cx="0" cy="9212496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rot="-3554022">
            <a:off x="2501689" y="-7038243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6"/>
                </a:lnTo>
                <a:lnTo>
                  <a:pt x="0" y="148696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059096" y="0"/>
            <a:ext cx="5486325" cy="3816574"/>
          </a:xfrm>
          <a:custGeom>
            <a:avLst/>
            <a:gdLst/>
            <a:ahLst/>
            <a:cxnLst/>
            <a:rect l="l" t="t" r="r" b="b"/>
            <a:pathLst>
              <a:path w="5486325" h="3816574">
                <a:moveTo>
                  <a:pt x="0" y="0"/>
                </a:moveTo>
                <a:lnTo>
                  <a:pt x="5486325" y="0"/>
                </a:lnTo>
                <a:lnTo>
                  <a:pt x="5486325" y="3816574"/>
                </a:lnTo>
                <a:lnTo>
                  <a:pt x="0" y="38165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202863" y="632573"/>
            <a:ext cx="6073325" cy="941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254"/>
              </a:lnSpc>
            </a:pPr>
            <a:r>
              <a:rPr lang="en-US" sz="6595" b="1" spc="211">
                <a:solidFill>
                  <a:srgbClr val="25343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BAKIM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202863" y="1832087"/>
            <a:ext cx="10446658" cy="4843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83"/>
              </a:lnSpc>
            </a:pPr>
            <a:r>
              <a:rPr lang="en-US" sz="3900" b="1" dirty="0">
                <a:solidFill>
                  <a:srgbClr val="9D2525"/>
                </a:solidFill>
                <a:latin typeface="Aileron Bold"/>
                <a:ea typeface="Aileron Bold"/>
                <a:cs typeface="Aileron Bold"/>
                <a:sym typeface="Aileron Bold"/>
              </a:rPr>
              <a:t>-Mobil </a:t>
            </a:r>
            <a:r>
              <a:rPr lang="en-US" sz="3900" b="1" dirty="0" err="1">
                <a:solidFill>
                  <a:srgbClr val="9D2525"/>
                </a:solidFill>
                <a:latin typeface="Aileron Bold"/>
                <a:ea typeface="Aileron Bold"/>
                <a:cs typeface="Aileron Bold"/>
                <a:sym typeface="Aileron Bold"/>
              </a:rPr>
              <a:t>Uyumluluk</a:t>
            </a:r>
            <a:r>
              <a:rPr lang="en-US" sz="3900" b="1" dirty="0">
                <a:solidFill>
                  <a:srgbClr val="9D2525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00" b="1" dirty="0" err="1">
                <a:solidFill>
                  <a:srgbClr val="9D2525"/>
                </a:solidFill>
                <a:latin typeface="Aileron Bold"/>
                <a:ea typeface="Aileron Bold"/>
                <a:cs typeface="Aileron Bold"/>
                <a:sym typeface="Aileron Bold"/>
              </a:rPr>
              <a:t>Kontrolü</a:t>
            </a:r>
            <a:endParaRPr lang="en-US" sz="3900" b="1" dirty="0" err="1">
              <a:solidFill>
                <a:srgbClr val="9D2525"/>
              </a:solidFill>
              <a:latin typeface="Aileron Bold"/>
              <a:ea typeface="Aileron Bold"/>
              <a:cs typeface="Aileron Bold"/>
            </a:endParaRPr>
          </a:p>
          <a:p>
            <a:pPr algn="l">
              <a:lnSpc>
                <a:spcPts val="5483"/>
              </a:lnSpc>
            </a:pPr>
            <a:r>
              <a:rPr lang="en-US" sz="39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Site </a:t>
            </a:r>
            <a:r>
              <a:rPr lang="en-US" sz="39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farklı</a:t>
            </a:r>
            <a:r>
              <a:rPr lang="en-US" sz="39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telefon</a:t>
            </a:r>
            <a:r>
              <a:rPr lang="en-US" sz="39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 tablet </a:t>
            </a:r>
            <a:r>
              <a:rPr lang="en-US" sz="39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ve</a:t>
            </a:r>
            <a:r>
              <a:rPr lang="en-US" sz="39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bilgisayar</a:t>
            </a:r>
            <a:r>
              <a:rPr lang="en-US" sz="39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ekranlarında</a:t>
            </a:r>
            <a:r>
              <a:rPr lang="en-US" sz="39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test </a:t>
            </a:r>
            <a:r>
              <a:rPr lang="en-US" sz="39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edilmiştir</a:t>
            </a:r>
            <a:r>
              <a:rPr lang="en-US" sz="39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. </a:t>
            </a:r>
            <a:r>
              <a:rPr lang="en-US" sz="39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Tasarımın</a:t>
            </a:r>
            <a:r>
              <a:rPr lang="en-US" sz="39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bozulmaması</a:t>
            </a:r>
            <a:r>
              <a:rPr lang="en-US" sz="39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ve</a:t>
            </a:r>
            <a:r>
              <a:rPr lang="en-US" sz="39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tüm</a:t>
            </a:r>
            <a:r>
              <a:rPr lang="en-US" sz="39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butonların</a:t>
            </a:r>
            <a:r>
              <a:rPr lang="en-US" sz="39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düzgün</a:t>
            </a:r>
            <a:r>
              <a:rPr lang="en-US" sz="39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çalışması</a:t>
            </a:r>
            <a:r>
              <a:rPr lang="en-US" sz="39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9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sağlanmıştır</a:t>
            </a:r>
            <a:r>
              <a:rPr lang="en-US" sz="39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  <a:endParaRPr lang="en-US" sz="3900" b="1" dirty="0">
              <a:solidFill>
                <a:srgbClr val="000000"/>
              </a:solidFill>
              <a:latin typeface="Aileron Bold"/>
              <a:ea typeface="Aileron Bold"/>
              <a:cs typeface="Aileron Bold"/>
            </a:endParaRPr>
          </a:p>
          <a:p>
            <a:pPr algn="l">
              <a:lnSpc>
                <a:spcPts val="5483"/>
              </a:lnSpc>
            </a:pPr>
            <a:endParaRPr lang="en-US" sz="3916" b="1">
              <a:solidFill>
                <a:srgbClr val="000000"/>
              </a:solidFill>
              <a:latin typeface="Aileron Bold"/>
              <a:ea typeface="Aileron Bold"/>
              <a:cs typeface="Aileron Bold"/>
              <a:sym typeface="Aileron Bold"/>
            </a:endParaRPr>
          </a:p>
          <a:p>
            <a:pPr algn="r">
              <a:lnSpc>
                <a:spcPts val="5483"/>
              </a:lnSpc>
            </a:pPr>
            <a:endParaRPr lang="en-US" sz="3916" b="1">
              <a:solidFill>
                <a:srgbClr val="000000"/>
              </a:solidFill>
              <a:latin typeface="Aileron Bold"/>
              <a:ea typeface="Aileron Bold"/>
              <a:cs typeface="Aileron Bold"/>
              <a:sym typeface="Aileron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202863" y="5956905"/>
            <a:ext cx="7801200" cy="3088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46"/>
              </a:lnSpc>
            </a:pPr>
            <a:r>
              <a:rPr lang="en-US" sz="3500" b="1" dirty="0">
                <a:solidFill>
                  <a:srgbClr val="9D2525"/>
                </a:solidFill>
                <a:latin typeface="Aileron Bold"/>
                <a:ea typeface="Aileron Bold"/>
                <a:cs typeface="Aileron Bold"/>
                <a:sym typeface="Aileron Bold"/>
              </a:rPr>
              <a:t>-Hata </a:t>
            </a:r>
            <a:r>
              <a:rPr lang="en-US" sz="3500" b="1" dirty="0" err="1">
                <a:solidFill>
                  <a:srgbClr val="9D2525"/>
                </a:solidFill>
                <a:latin typeface="Aileron Bold"/>
                <a:ea typeface="Aileron Bold"/>
                <a:cs typeface="Aileron Bold"/>
                <a:sym typeface="Aileron Bold"/>
              </a:rPr>
              <a:t>Takibi</a:t>
            </a:r>
            <a:r>
              <a:rPr lang="en-US" sz="3500" b="1" dirty="0">
                <a:solidFill>
                  <a:srgbClr val="9D2525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500" b="1" dirty="0" err="1">
                <a:solidFill>
                  <a:srgbClr val="9D2525"/>
                </a:solidFill>
                <a:latin typeface="Aileron Bold"/>
                <a:ea typeface="Aileron Bold"/>
                <a:cs typeface="Aileron Bold"/>
                <a:sym typeface="Aileron Bold"/>
              </a:rPr>
              <a:t>ve</a:t>
            </a:r>
            <a:r>
              <a:rPr lang="en-US" sz="3500" b="1" dirty="0">
                <a:solidFill>
                  <a:srgbClr val="9D2525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500" b="1" dirty="0" err="1">
                <a:solidFill>
                  <a:srgbClr val="9D2525"/>
                </a:solidFill>
                <a:latin typeface="Aileron Bold"/>
                <a:ea typeface="Aileron Bold"/>
                <a:cs typeface="Aileron Bold"/>
                <a:sym typeface="Aileron Bold"/>
              </a:rPr>
              <a:t>Düzeltme</a:t>
            </a:r>
            <a:endParaRPr lang="en-US" sz="3500" b="1" dirty="0" err="1">
              <a:solidFill>
                <a:srgbClr val="9D2525"/>
              </a:solidFill>
              <a:latin typeface="Aileron Bold"/>
              <a:ea typeface="Aileron Bold"/>
              <a:cs typeface="Aileron Bold"/>
            </a:endParaRPr>
          </a:p>
          <a:p>
            <a:pPr algn="l">
              <a:lnSpc>
                <a:spcPts val="4946"/>
              </a:lnSpc>
            </a:pPr>
            <a:r>
              <a:rPr lang="en-US" sz="35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Site </a:t>
            </a:r>
            <a:r>
              <a:rPr lang="en-US" sz="35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kullanılırken</a:t>
            </a:r>
            <a:r>
              <a:rPr lang="en-US" sz="35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ortaya</a:t>
            </a:r>
            <a:r>
              <a:rPr lang="en-US" sz="35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çıkan</a:t>
            </a:r>
            <a:r>
              <a:rPr lang="en-US" sz="35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bağlantı</a:t>
            </a:r>
            <a:r>
              <a:rPr lang="en-US" sz="35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hataları</a:t>
            </a:r>
            <a:r>
              <a:rPr lang="en-US" sz="35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 </a:t>
            </a:r>
            <a:r>
              <a:rPr lang="en-US" sz="35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görsel</a:t>
            </a:r>
            <a:r>
              <a:rPr lang="en-US" sz="35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bozulmaları</a:t>
            </a:r>
            <a:r>
              <a:rPr lang="en-US" sz="35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, </a:t>
            </a:r>
            <a:r>
              <a:rPr lang="en-US" sz="35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çalışmayan</a:t>
            </a:r>
            <a:r>
              <a:rPr lang="en-US" sz="35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butonlar</a:t>
            </a:r>
            <a:r>
              <a:rPr lang="en-US" sz="35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veya</a:t>
            </a:r>
            <a:r>
              <a:rPr lang="en-US" sz="35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kod</a:t>
            </a:r>
            <a:r>
              <a:rPr lang="en-US" sz="35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hataları</a:t>
            </a:r>
            <a:r>
              <a:rPr lang="en-US" sz="35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tespit</a:t>
            </a:r>
            <a:r>
              <a:rPr lang="en-US" sz="35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edilerek</a:t>
            </a:r>
            <a:r>
              <a:rPr lang="en-US" sz="35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 </a:t>
            </a:r>
            <a:r>
              <a:rPr lang="en-US" sz="3500" b="1" dirty="0" err="1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düzeltilmiştir</a:t>
            </a:r>
            <a:r>
              <a:rPr lang="en-US" sz="3500" b="1" dirty="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.</a:t>
            </a:r>
            <a:endParaRPr lang="en-US" sz="3500" b="1" dirty="0">
              <a:solidFill>
                <a:srgbClr val="000000"/>
              </a:solidFill>
              <a:latin typeface="Aileron Bold"/>
              <a:ea typeface="Aileron Bold"/>
              <a:cs typeface="Aileron 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-572532" y="834341"/>
            <a:ext cx="6581180" cy="1075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8299"/>
              </a:lnSpc>
            </a:pPr>
            <a:r>
              <a:rPr lang="en-US" sz="7545" b="1">
                <a:solidFill>
                  <a:srgbClr val="25343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KAYNAKÇA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55241" y="1922224"/>
            <a:ext cx="13163672" cy="7197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68"/>
              </a:lnSpc>
              <a:spcBef>
                <a:spcPct val="0"/>
              </a:spcBef>
            </a:pPr>
            <a:r>
              <a:rPr lang="en-US" sz="3134" b="1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Mobilhanem JavaScript: </a:t>
            </a:r>
            <a:r>
              <a:rPr lang="en-US" sz="3134" b="1" u="sng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2" tooltip="https://www.mobilhanem.com/java-egitimi/"/>
              </a:rPr>
              <a:t>https://www.mobilhanem.com/java-egitimi/</a:t>
            </a:r>
          </a:p>
        </p:txBody>
      </p:sp>
      <p:sp>
        <p:nvSpPr>
          <p:cNvPr id="4" name="Freeform 4"/>
          <p:cNvSpPr/>
          <p:nvPr/>
        </p:nvSpPr>
        <p:spPr>
          <a:xfrm rot="2514115">
            <a:off x="9857217" y="-6096220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7"/>
                </a:lnTo>
                <a:lnTo>
                  <a:pt x="0" y="1486969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55241" y="2864088"/>
            <a:ext cx="18616532" cy="459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8"/>
              </a:lnSpc>
              <a:spcBef>
                <a:spcPct val="0"/>
              </a:spcBef>
            </a:pPr>
            <a:r>
              <a:rPr lang="en-US" sz="3144" b="1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Mobilhanem HTML: </a:t>
            </a:r>
            <a:r>
              <a:rPr lang="en-US" sz="3144" b="1" u="sng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4" tooltip="https://www.mobilhanem.com/htmle-giris-ve-temel-html-yapisi/"/>
              </a:rPr>
              <a:t>https://www.mobilhanem.com/htmle-giris-ve-temel-html-yapisi/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1328" y="2167652"/>
            <a:ext cx="333137" cy="564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8"/>
              </a:lnSpc>
              <a:spcBef>
                <a:spcPct val="0"/>
              </a:spcBef>
            </a:pPr>
            <a:r>
              <a:rPr lang="en-US" sz="3944" b="1" spc="335">
                <a:solidFill>
                  <a:srgbClr val="9D252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1328" y="2789758"/>
            <a:ext cx="337899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  <a:spcBef>
                <a:spcPct val="0"/>
              </a:spcBef>
            </a:pPr>
            <a:r>
              <a:rPr lang="en-US" sz="3999" b="1" spc="339">
                <a:solidFill>
                  <a:srgbClr val="9D252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21328" y="3412058"/>
            <a:ext cx="337899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  <a:spcBef>
                <a:spcPct val="0"/>
              </a:spcBef>
            </a:pPr>
            <a:r>
              <a:rPr lang="en-US" sz="3999" b="1" spc="339">
                <a:solidFill>
                  <a:srgbClr val="9D252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55241" y="3486416"/>
            <a:ext cx="17259300" cy="45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4"/>
              </a:lnSpc>
              <a:spcBef>
                <a:spcPct val="0"/>
              </a:spcBef>
            </a:pPr>
            <a:r>
              <a:rPr lang="en-US" sz="3140" b="1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Mobilhanem CSS:</a:t>
            </a:r>
            <a:r>
              <a:rPr lang="en-US" sz="3140" b="1" u="sng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5" tooltip="https://www.mobilhanem.com/css-nedir-html-css-temelleri/"/>
              </a:rPr>
              <a:t> https://www.mobilhanem.com/css-nedir-html-css-temelleri/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1328" y="4024833"/>
            <a:ext cx="332780" cy="56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3"/>
              </a:lnSpc>
              <a:spcBef>
                <a:spcPct val="0"/>
              </a:spcBef>
            </a:pPr>
            <a:r>
              <a:rPr lang="en-US" sz="3939" b="1" spc="334">
                <a:solidFill>
                  <a:srgbClr val="9D252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4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0954" y="4035882"/>
            <a:ext cx="687193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58"/>
              </a:lnSpc>
              <a:spcBef>
                <a:spcPct val="0"/>
              </a:spcBef>
            </a:pPr>
            <a:r>
              <a:rPr lang="en-US" sz="3144" b="1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Canva: </a:t>
            </a:r>
            <a:r>
              <a:rPr lang="en-US" sz="3144" b="1" u="sng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6" tooltip="https://www.canva.com"/>
              </a:rPr>
              <a:t>https://www.canva.com</a:t>
            </a:r>
            <a:r>
              <a:rPr lang="en-US" sz="3144" b="1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/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38676" y="4662018"/>
            <a:ext cx="15229693" cy="45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spcBef>
                <a:spcPct val="0"/>
              </a:spcBef>
            </a:pPr>
            <a:r>
              <a:rPr lang="en-US" sz="3140" b="1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W3Schools HTML, CSS, JavaScript ve SQL dersleri: </a:t>
            </a:r>
            <a:r>
              <a:rPr lang="en-US" sz="3140" b="1" u="sng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7" tooltip="https://www.w3schools.com"/>
              </a:rPr>
              <a:t>https://www.w3schools.com/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26448" y="4636846"/>
            <a:ext cx="332780" cy="56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3"/>
              </a:lnSpc>
              <a:spcBef>
                <a:spcPct val="0"/>
              </a:spcBef>
            </a:pPr>
            <a:r>
              <a:rPr lang="en-US" sz="3939" b="1" spc="334">
                <a:solidFill>
                  <a:srgbClr val="9D252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1328" y="5248859"/>
            <a:ext cx="332780" cy="56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3"/>
              </a:lnSpc>
              <a:spcBef>
                <a:spcPct val="0"/>
              </a:spcBef>
            </a:pPr>
            <a:r>
              <a:rPr lang="en-US" sz="3939" b="1" spc="334">
                <a:solidFill>
                  <a:srgbClr val="9D2525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6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22111" y="5244773"/>
            <a:ext cx="9535596" cy="45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spcBef>
                <a:spcPct val="0"/>
              </a:spcBef>
            </a:pPr>
            <a:r>
              <a:rPr lang="en-US" sz="314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Düzen için fikir alımı: </a:t>
            </a:r>
            <a:r>
              <a:rPr lang="en-US" sz="3140" b="1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8" tooltip="https://www.flawwears.com"/>
              </a:rPr>
              <a:t>https://www.flawwears.com/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79708" y="5865676"/>
            <a:ext cx="8655487" cy="45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spcBef>
                <a:spcPct val="0"/>
              </a:spcBef>
            </a:pPr>
            <a:r>
              <a:rPr lang="en-US" sz="314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İçerik için fikir alımı:</a:t>
            </a:r>
            <a:r>
              <a:rPr lang="en-US" sz="3140" b="1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9" tooltip="https://dripmamba.com"/>
              </a:rPr>
              <a:t> https://dripmamba.com/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5440" y="5860872"/>
            <a:ext cx="274796" cy="56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3"/>
              </a:lnSpc>
              <a:spcBef>
                <a:spcPct val="0"/>
              </a:spcBef>
            </a:pPr>
            <a:r>
              <a:rPr lang="en-US" sz="3939" b="1">
                <a:solidFill>
                  <a:srgbClr val="9D252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1328" y="6472885"/>
            <a:ext cx="278249" cy="56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3"/>
              </a:lnSpc>
              <a:spcBef>
                <a:spcPct val="0"/>
              </a:spcBef>
            </a:pPr>
            <a:r>
              <a:rPr lang="en-US" sz="3939" b="1">
                <a:solidFill>
                  <a:srgbClr val="9D252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8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15" y="6536274"/>
            <a:ext cx="7324010" cy="4488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spcBef>
                <a:spcPct val="0"/>
              </a:spcBef>
            </a:pPr>
            <a:r>
              <a:rPr lang="en-US" sz="314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Chatgpt: </a:t>
            </a:r>
            <a:r>
              <a:rPr lang="en-US" sz="3140" b="1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10" tooltip="https://chatgpt.com"/>
              </a:rPr>
              <a:t>https://chatgpt.com/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55440" y="7084898"/>
            <a:ext cx="283726" cy="564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3"/>
              </a:lnSpc>
              <a:spcBef>
                <a:spcPct val="0"/>
              </a:spcBef>
            </a:pPr>
            <a:r>
              <a:rPr lang="en-US" sz="3939" b="1">
                <a:solidFill>
                  <a:srgbClr val="9D2525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9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9404" y="7190308"/>
            <a:ext cx="8565475" cy="458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54"/>
              </a:lnSpc>
              <a:spcBef>
                <a:spcPct val="0"/>
              </a:spcBef>
            </a:pPr>
            <a:r>
              <a:rPr lang="en-US" sz="314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Gemini: </a:t>
            </a:r>
            <a:r>
              <a:rPr lang="en-US" sz="3140" b="1" u="sng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  <a:hlinkClick r:id="rId11" tooltip="https://gemini.google.com/app?hl=tr"/>
              </a:rPr>
              <a:t>https://gemini.google.com/app?hl=tr</a:t>
            </a:r>
            <a:r>
              <a:rPr lang="en-US" sz="3140" b="1">
                <a:solidFill>
                  <a:srgbClr val="000000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DF7E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H="1">
            <a:off x="1781287" y="2813078"/>
            <a:ext cx="0" cy="3212756"/>
          </a:xfrm>
          <a:prstGeom prst="line">
            <a:avLst/>
          </a:prstGeom>
          <a:ln w="133350" cap="flat">
            <a:solidFill>
              <a:srgbClr val="D1535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3"/>
          <p:cNvSpPr txBox="1"/>
          <p:nvPr/>
        </p:nvSpPr>
        <p:spPr>
          <a:xfrm>
            <a:off x="2145227" y="4364491"/>
            <a:ext cx="10334700" cy="1685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593"/>
              </a:lnSpc>
            </a:pPr>
            <a:r>
              <a:rPr lang="en-US" sz="5993">
                <a:solidFill>
                  <a:srgbClr val="253439"/>
                </a:solidFill>
                <a:latin typeface="HK Grotesk"/>
                <a:ea typeface="HK Grotesk"/>
                <a:cs typeface="HK Grotesk"/>
                <a:sym typeface="HK Grotesk"/>
              </a:rPr>
              <a:t>BIZI DINLEDIĞINIZ</a:t>
            </a:r>
          </a:p>
          <a:p>
            <a:pPr marL="0" lvl="0" indent="0" algn="just">
              <a:lnSpc>
                <a:spcPts val="6593"/>
              </a:lnSpc>
            </a:pPr>
            <a:r>
              <a:rPr lang="en-US" sz="5993">
                <a:solidFill>
                  <a:srgbClr val="253439"/>
                </a:solidFill>
                <a:latin typeface="HK Grotesk"/>
                <a:ea typeface="HK Grotesk"/>
                <a:cs typeface="HK Grotesk"/>
                <a:sym typeface="HK Grotesk"/>
              </a:rPr>
              <a:t>İÇIN TEŞEKKÜRLER.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22473" y="2565989"/>
            <a:ext cx="14399528" cy="1779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15303"/>
              </a:lnSpc>
            </a:pPr>
            <a:r>
              <a:rPr lang="en-US" sz="9600" b="1">
                <a:solidFill>
                  <a:srgbClr val="253439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BROTHERWEAR</a:t>
            </a:r>
            <a:endParaRPr lang="en-US" sz="9600" b="1">
              <a:solidFill>
                <a:srgbClr val="253439"/>
              </a:solidFill>
              <a:latin typeface="Glacial Indifference Bold"/>
              <a:ea typeface="Glacial Indifference Bold"/>
              <a:cs typeface="Glacial Indifference Bold"/>
            </a:endParaRPr>
          </a:p>
        </p:txBody>
      </p:sp>
      <p:sp>
        <p:nvSpPr>
          <p:cNvPr id="5" name="Freeform 5" hidden="1"/>
          <p:cNvSpPr/>
          <p:nvPr/>
        </p:nvSpPr>
        <p:spPr>
          <a:xfrm>
            <a:off x="5891478" y="8621987"/>
            <a:ext cx="403543" cy="403543"/>
          </a:xfrm>
          <a:custGeom>
            <a:avLst/>
            <a:gdLst/>
            <a:ahLst/>
            <a:cxnLst/>
            <a:rect l="l" t="t" r="r" b="b"/>
            <a:pathLst>
              <a:path w="403543" h="403543">
                <a:moveTo>
                  <a:pt x="0" y="0"/>
                </a:moveTo>
                <a:lnTo>
                  <a:pt x="403543" y="0"/>
                </a:lnTo>
                <a:lnTo>
                  <a:pt x="403543" y="403542"/>
                </a:lnTo>
                <a:lnTo>
                  <a:pt x="0" y="4035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 flipV="1">
            <a:off x="1781320" y="7525053"/>
            <a:ext cx="4055161" cy="14287"/>
          </a:xfrm>
          <a:prstGeom prst="line">
            <a:avLst/>
          </a:prstGeom>
          <a:ln w="9525" cap="flat">
            <a:solidFill>
              <a:srgbClr val="25343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791242" y="6757987"/>
            <a:ext cx="340667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25343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HAZIRLAYANLAR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91242" y="7091102"/>
            <a:ext cx="4424794" cy="429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98"/>
              </a:lnSpc>
            </a:pPr>
            <a:r>
              <a:rPr lang="en-US" sz="1544" b="1" spc="131">
                <a:solidFill>
                  <a:srgbClr val="25343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Hasan DANACI 262484023</a:t>
            </a:r>
          </a:p>
          <a:p>
            <a:pPr marL="0" lvl="0" indent="0" algn="just">
              <a:lnSpc>
                <a:spcPts val="1698"/>
              </a:lnSpc>
            </a:pPr>
            <a:r>
              <a:rPr lang="en-US" sz="1544" b="1" spc="131">
                <a:solidFill>
                  <a:srgbClr val="25343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Halil İbrahim BULUT 262484048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781304" y="8628006"/>
            <a:ext cx="4055161" cy="14287"/>
          </a:xfrm>
          <a:prstGeom prst="line">
            <a:avLst/>
          </a:prstGeom>
          <a:ln w="9525" cap="flat">
            <a:solidFill>
              <a:srgbClr val="25343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781304" y="7706303"/>
            <a:ext cx="3406676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959"/>
              </a:lnSpc>
              <a:spcBef>
                <a:spcPct val="0"/>
              </a:spcBef>
            </a:pPr>
            <a:r>
              <a:rPr lang="en-US" sz="1399">
                <a:solidFill>
                  <a:srgbClr val="253439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İLETİŞİM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791242" y="7956493"/>
            <a:ext cx="4424794" cy="848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698"/>
              </a:lnSpc>
            </a:pPr>
            <a:r>
              <a:rPr lang="en-US" sz="1544" b="1" spc="131">
                <a:solidFill>
                  <a:srgbClr val="25343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danacihasan564@gmail.com</a:t>
            </a:r>
          </a:p>
          <a:p>
            <a:pPr algn="l">
              <a:lnSpc>
                <a:spcPts val="1698"/>
              </a:lnSpc>
            </a:pPr>
            <a:r>
              <a:rPr lang="en-US" sz="1544" b="1" spc="131">
                <a:solidFill>
                  <a:srgbClr val="25343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ibrahimbulut7434@gmail.com</a:t>
            </a:r>
          </a:p>
          <a:p>
            <a:pPr algn="l">
              <a:lnSpc>
                <a:spcPts val="1698"/>
              </a:lnSpc>
            </a:pPr>
            <a:r>
              <a:rPr lang="en-US" sz="1544" b="1" spc="131">
                <a:solidFill>
                  <a:srgbClr val="253439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0537 848 6545 - 0531 298 2546</a:t>
            </a:r>
          </a:p>
          <a:p>
            <a:pPr marL="0" lvl="0" indent="0" algn="l">
              <a:lnSpc>
                <a:spcPts val="1698"/>
              </a:lnSpc>
            </a:pPr>
            <a:endParaRPr lang="en-US" sz="1544" b="1" spc="131">
              <a:solidFill>
                <a:srgbClr val="253439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12" name="Freeform 12"/>
          <p:cNvSpPr/>
          <p:nvPr/>
        </p:nvSpPr>
        <p:spPr>
          <a:xfrm>
            <a:off x="1781287" y="1168099"/>
            <a:ext cx="1181137" cy="1257499"/>
          </a:xfrm>
          <a:custGeom>
            <a:avLst/>
            <a:gdLst/>
            <a:ahLst/>
            <a:cxnLst/>
            <a:rect l="l" t="t" r="r" b="b"/>
            <a:pathLst>
              <a:path w="1181137" h="1257499">
                <a:moveTo>
                  <a:pt x="0" y="0"/>
                </a:moveTo>
                <a:lnTo>
                  <a:pt x="1181136" y="0"/>
                </a:lnTo>
                <a:lnTo>
                  <a:pt x="1181136" y="1257500"/>
                </a:lnTo>
                <a:lnTo>
                  <a:pt x="0" y="1257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855" r="-3855"/>
            </a:stretch>
          </a:blipFill>
        </p:spPr>
      </p:sp>
      <p:sp>
        <p:nvSpPr>
          <p:cNvPr id="13" name="Freeform 13"/>
          <p:cNvSpPr/>
          <p:nvPr/>
        </p:nvSpPr>
        <p:spPr>
          <a:xfrm rot="18045978">
            <a:off x="2664975" y="-7136214"/>
            <a:ext cx="24933943" cy="14869697"/>
          </a:xfrm>
          <a:custGeom>
            <a:avLst/>
            <a:gdLst/>
            <a:ahLst/>
            <a:cxnLst/>
            <a:rect l="l" t="t" r="r" b="b"/>
            <a:pathLst>
              <a:path w="24933943" h="14869697">
                <a:moveTo>
                  <a:pt x="0" y="0"/>
                </a:moveTo>
                <a:lnTo>
                  <a:pt x="24933943" y="0"/>
                </a:lnTo>
                <a:lnTo>
                  <a:pt x="24933943" y="14869696"/>
                </a:lnTo>
                <a:lnTo>
                  <a:pt x="0" y="148696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Özel</PresentationFormat>
  <Paragraphs>0</Paragraphs>
  <Slides>20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Slayt Başlıkları</vt:lpstr>
      </vt:variant>
      <vt:variant>
        <vt:i4>20</vt:i4>
      </vt:variant>
    </vt:vector>
  </HeadingPairs>
  <TitlesOfParts>
    <vt:vector size="21" baseType="lpstr"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projemmmmm</dc:title>
  <cp:revision>133</cp:revision>
  <dcterms:created xsi:type="dcterms:W3CDTF">2006-08-16T00:00:00Z</dcterms:created>
  <dcterms:modified xsi:type="dcterms:W3CDTF">2026-06-16T19:02:24Z</dcterms:modified>
  <dc:identifier>DAHMF6Xe3K8</dc:identifier>
</cp:coreProperties>
</file>